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7BBF5B5F_E80064B4.xml" ContentType="application/vnd.ms-powerpoint.comments+xml"/>
  <Override PartName="/ppt/comments/modernComment_7BBF5A68_FF98449.xml" ContentType="application/vnd.ms-powerpoint.comments+xml"/>
  <Override PartName="/ppt/comments/modernComment_7BBF5B61_FAE90F82.xml" ContentType="application/vnd.ms-powerpoint.comments+xml"/>
  <Override PartName="/ppt/comments/modernComment_7BBF5A67_84E59736.xml" ContentType="application/vnd.ms-powerpoint.comments+xml"/>
  <Override PartName="/ppt/comments/modernComment_7BBF5B60_A168ED0E.xml" ContentType="application/vnd.ms-powerpoint.comments+xml"/>
  <Override PartName="/ppt/comments/modernComment_7BBF5A49_76DD7E44.xml" ContentType="application/vnd.ms-powerpoint.comment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4"/>
  </p:notesMasterIdLst>
  <p:handoutMasterIdLst>
    <p:handoutMasterId r:id="rId35"/>
  </p:handoutMasterIdLst>
  <p:sldIdLst>
    <p:sldId id="2076138028" r:id="rId5"/>
    <p:sldId id="2076138084" r:id="rId6"/>
    <p:sldId id="2076138112" r:id="rId7"/>
    <p:sldId id="426" r:id="rId8"/>
    <p:sldId id="2147470453" r:id="rId9"/>
    <p:sldId id="2147470472" r:id="rId10"/>
    <p:sldId id="2147470478" r:id="rId11"/>
    <p:sldId id="2147470479" r:id="rId12"/>
    <p:sldId id="2076138335" r:id="rId13"/>
    <p:sldId id="2076138088" r:id="rId14"/>
    <p:sldId id="2076138337" r:id="rId15"/>
    <p:sldId id="2147470463" r:id="rId16"/>
    <p:sldId id="2147470468" r:id="rId17"/>
    <p:sldId id="2147470462" r:id="rId18"/>
    <p:sldId id="2076138042" r:id="rId19"/>
    <p:sldId id="2147470473" r:id="rId20"/>
    <p:sldId id="2147470464" r:id="rId21"/>
    <p:sldId id="2147470470" r:id="rId22"/>
    <p:sldId id="2147470477" r:id="rId23"/>
    <p:sldId id="2076138057" r:id="rId24"/>
    <p:sldId id="2147470469" r:id="rId25"/>
    <p:sldId id="2147470465" r:id="rId26"/>
    <p:sldId id="2147470474" r:id="rId27"/>
    <p:sldId id="2076138375" r:id="rId28"/>
    <p:sldId id="2076138361" r:id="rId29"/>
    <p:sldId id="2147470467" r:id="rId30"/>
    <p:sldId id="2147470458" r:id="rId31"/>
    <p:sldId id="2147470476" r:id="rId32"/>
    <p:sldId id="2147470475" r:id="rId33"/>
  </p:sldIdLst>
  <p:sldSz cx="13004800" cy="7315200"/>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EV-Folienmaster" id="{BE31AA7C-3A39-474A-954A-4B1FC90E1395}">
          <p14:sldIdLst>
            <p14:sldId id="2076138028"/>
            <p14:sldId id="2076138084"/>
            <p14:sldId id="2076138112"/>
            <p14:sldId id="426"/>
            <p14:sldId id="2147470453"/>
            <p14:sldId id="2147470472"/>
            <p14:sldId id="2147470478"/>
            <p14:sldId id="2147470479"/>
            <p14:sldId id="2076138335"/>
            <p14:sldId id="2076138088"/>
            <p14:sldId id="2076138337"/>
            <p14:sldId id="2147470463"/>
            <p14:sldId id="2147470468"/>
            <p14:sldId id="2147470462"/>
            <p14:sldId id="2076138042"/>
            <p14:sldId id="2147470473"/>
            <p14:sldId id="2147470464"/>
            <p14:sldId id="2147470470"/>
            <p14:sldId id="2147470477"/>
            <p14:sldId id="2076138057"/>
            <p14:sldId id="2147470469"/>
            <p14:sldId id="2147470465"/>
            <p14:sldId id="2147470474"/>
            <p14:sldId id="2076138375"/>
            <p14:sldId id="2076138361"/>
            <p14:sldId id="2147470467"/>
            <p14:sldId id="2147470458"/>
            <p14:sldId id="2147470476"/>
            <p14:sldId id="2147470475"/>
          </p14:sldIdLst>
        </p14:section>
        <p14:section name="Backup" id="{FE24EA45-66EF-BF49-8F50-0163D2BFF2CA}">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nner, Tobias" initials="BT" lastIdx="4" clrIdx="0">
    <p:extLst>
      <p:ext uri="{19B8F6BF-5375-455C-9EA6-DF929625EA0E}">
        <p15:presenceInfo xmlns:p15="http://schemas.microsoft.com/office/powerpoint/2012/main" userId="Benner, Tobias" providerId="None"/>
      </p:ext>
    </p:extLst>
  </p:cmAuthor>
  <p:cmAuthor id="2" name="Barbara Schindler" initials="BS" lastIdx="1" clrIdx="1">
    <p:extLst>
      <p:ext uri="{19B8F6BF-5375-455C-9EA6-DF929625EA0E}">
        <p15:presenceInfo xmlns:p15="http://schemas.microsoft.com/office/powerpoint/2012/main" userId="S::b.schindler@explain.de::fa289460-f641-4c09-a7ed-c30ef1a3a22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Helle Formatvorlage 2 - Akz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07" autoAdjust="0"/>
    <p:restoredTop sz="96024" autoAdjust="0"/>
  </p:normalViewPr>
  <p:slideViewPr>
    <p:cSldViewPr showGuides="1">
      <p:cViewPr varScale="1">
        <p:scale>
          <a:sx n="112" d="100"/>
          <a:sy n="112" d="100"/>
        </p:scale>
        <p:origin x="856" y="18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howGuides="1">
      <p:cViewPr>
        <p:scale>
          <a:sx n="100" d="100"/>
          <a:sy n="100" d="100"/>
        </p:scale>
        <p:origin x="4080" y="240"/>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comments/modernComment_7BBF5A49_76DD7E44.xml><?xml version="1.0" encoding="utf-8"?>
<p188:cmLst xmlns:a="http://schemas.openxmlformats.org/drawingml/2006/main" xmlns:r="http://schemas.openxmlformats.org/officeDocument/2006/relationships" xmlns:p188="http://schemas.microsoft.com/office/powerpoint/2018/8/main">
  <p188:cm id="{6EB74788-B21C-455A-9A01-1987A803FC3A}" authorId="{EA1B516E-8F42-5EC8-137F-0CFBA3BE2FF8}" created="2025-09-26T12:46:06.588">
    <pc:sldMkLst xmlns:pc="http://schemas.microsoft.com/office/powerpoint/2013/main/command">
      <pc:docMk/>
      <pc:sldMk cId="1994227268" sldId="2076138057"/>
    </pc:sldMkLst>
    <p188:txBody>
      <a:bodyPr/>
      <a:lstStyle/>
      <a:p>
        <a:r>
          <a:rPr lang="en-US"/>
          <a:t>Sebastian?</a:t>
        </a:r>
      </a:p>
    </p188:txBody>
  </p188:cm>
</p188:cmLst>
</file>

<file path=ppt/comments/modernComment_7BBF5A67_84E59736.xml><?xml version="1.0" encoding="utf-8"?>
<p188:cmLst xmlns:a="http://schemas.openxmlformats.org/drawingml/2006/main" xmlns:r="http://schemas.openxmlformats.org/officeDocument/2006/relationships" xmlns:p188="http://schemas.microsoft.com/office/powerpoint/2018/8/main">
  <p188:cm id="{D1CCF78A-231D-49A0-BA83-CA83E5E12434}" authorId="{EA1B516E-8F42-5EC8-137F-0CFBA3BE2FF8}" created="2025-09-26T12:45:34.369">
    <pc:sldMkLst xmlns:pc="http://schemas.microsoft.com/office/powerpoint/2013/main/command">
      <pc:docMk/>
      <pc:sldMk cId="2229638966" sldId="2076138087"/>
    </pc:sldMkLst>
    <p188:txBody>
      <a:bodyPr/>
      <a:lstStyle/>
      <a:p>
        <a:r>
          <a:rPr lang="en-US"/>
          <a:t>Sebastian</a:t>
        </a:r>
      </a:p>
    </p188:txBody>
  </p188:cm>
</p188:cmLst>
</file>

<file path=ppt/comments/modernComment_7BBF5A68_FF98449.xml><?xml version="1.0" encoding="utf-8"?>
<p188:cmLst xmlns:a="http://schemas.openxmlformats.org/drawingml/2006/main" xmlns:r="http://schemas.openxmlformats.org/officeDocument/2006/relationships" xmlns:p188="http://schemas.microsoft.com/office/powerpoint/2018/8/main">
  <p188:cm id="{97CCA2E2-6982-446C-AFF5-0492EF1F43DA}" authorId="{EA1B516E-8F42-5EC8-137F-0CFBA3BE2FF8}" created="2025-09-26T12:45:29.213">
    <pc:sldMkLst xmlns:pc="http://schemas.microsoft.com/office/powerpoint/2013/main/command">
      <pc:docMk/>
      <pc:sldMk cId="268010569" sldId="2076138088"/>
    </pc:sldMkLst>
    <p188:txBody>
      <a:bodyPr/>
      <a:lstStyle/>
      <a:p>
        <a:r>
          <a:rPr lang="en-US"/>
          <a:t>Sebastian</a:t>
        </a:r>
      </a:p>
    </p188:txBody>
  </p188:cm>
</p188:cmLst>
</file>

<file path=ppt/comments/modernComment_7BBF5B5F_E80064B4.xml><?xml version="1.0" encoding="utf-8"?>
<p188:cmLst xmlns:a="http://schemas.openxmlformats.org/drawingml/2006/main" xmlns:r="http://schemas.openxmlformats.org/officeDocument/2006/relationships" xmlns:p188="http://schemas.microsoft.com/office/powerpoint/2018/8/main">
  <p188:cm id="{754156DD-E518-4165-8745-4B816381D7A4}" authorId="{EA1B516E-8F42-5EC8-137F-0CFBA3BE2FF8}" created="2025-09-26T12:45:23.947">
    <pc:sldMkLst xmlns:pc="http://schemas.microsoft.com/office/powerpoint/2013/main/command">
      <pc:docMk/>
      <pc:sldMk cId="3892339892" sldId="2076138335"/>
    </pc:sldMkLst>
    <p188:txBody>
      <a:bodyPr/>
      <a:lstStyle/>
      <a:p>
        <a:r>
          <a:rPr lang="en-US"/>
          <a:t>Sebastian</a:t>
        </a:r>
      </a:p>
    </p188:txBody>
  </p188:cm>
</p188:cmLst>
</file>

<file path=ppt/comments/modernComment_7BBF5B60_A168ED0E.xml><?xml version="1.0" encoding="utf-8"?>
<p188:cmLst xmlns:a="http://schemas.openxmlformats.org/drawingml/2006/main" xmlns:r="http://schemas.openxmlformats.org/officeDocument/2006/relationships" xmlns:p188="http://schemas.microsoft.com/office/powerpoint/2018/8/main">
  <p188:cm id="{00BFDC0F-6AFB-4975-BB45-170C82E2C839}" authorId="{EA1B516E-8F42-5EC8-137F-0CFBA3BE2FF8}" created="2025-09-26T12:45:58.979">
    <pc:sldMkLst xmlns:pc="http://schemas.microsoft.com/office/powerpoint/2013/main/command">
      <pc:docMk/>
      <pc:sldMk cId="2708008206" sldId="2076138336"/>
    </pc:sldMkLst>
    <p188:txBody>
      <a:bodyPr/>
      <a:lstStyle/>
      <a:p>
        <a:r>
          <a:rPr lang="en-US"/>
          <a:t>Sebastian?</a:t>
        </a:r>
      </a:p>
    </p188:txBody>
  </p188:cm>
</p188:cmLst>
</file>

<file path=ppt/comments/modernComment_7BBF5B61_FAE90F82.xml><?xml version="1.0" encoding="utf-8"?>
<p188:cmLst xmlns:a="http://schemas.openxmlformats.org/drawingml/2006/main" xmlns:r="http://schemas.openxmlformats.org/officeDocument/2006/relationships" xmlns:p188="http://schemas.microsoft.com/office/powerpoint/2018/8/main">
  <p188:cm id="{D3468E84-2A47-499F-938A-7D19EF0CECF7}" authorId="{EA1B516E-8F42-5EC8-137F-0CFBA3BE2FF8}" created="2025-09-26T12:46:11.041">
    <pc:sldMkLst xmlns:pc="http://schemas.microsoft.com/office/powerpoint/2013/main/command">
      <pc:docMk/>
      <pc:sldMk cId="4209577858" sldId="2076138337"/>
    </pc:sldMkLst>
    <p188:txBody>
      <a:bodyPr/>
      <a:lstStyle/>
      <a:p>
        <a:r>
          <a:rPr lang="en-US"/>
          <a:t>wer?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2FEE3934-18E7-4F95-B9CA-5F22E62DEB8F}"/>
              </a:ext>
            </a:extLst>
          </p:cNvPr>
          <p:cNvSpPr>
            <a:spLocks noGrp="1"/>
          </p:cNvSpPr>
          <p:nvPr>
            <p:ph type="hdr" sz="quarter"/>
          </p:nvPr>
        </p:nvSpPr>
        <p:spPr bwMode="gray">
          <a:xfrm>
            <a:off x="506278" y="316452"/>
            <a:ext cx="5062780" cy="324146"/>
          </a:xfrm>
          <a:prstGeom prst="rect">
            <a:avLst/>
          </a:prstGeom>
        </p:spPr>
        <p:txBody>
          <a:bodyPr vert="horz" lIns="0" tIns="0" rIns="0" bIns="0" rtlCol="0" anchor="ctr" anchorCtr="0"/>
          <a:lstStyle>
            <a:lvl1pPr algn="l">
              <a:defRPr sz="1200"/>
            </a:lvl1pPr>
          </a:lstStyle>
          <a:p>
            <a:endParaRPr lang="de-DE" sz="1000" dirty="0"/>
          </a:p>
        </p:txBody>
      </p:sp>
      <p:sp>
        <p:nvSpPr>
          <p:cNvPr id="3" name="Datumsplatzhalter 2">
            <a:extLst>
              <a:ext uri="{FF2B5EF4-FFF2-40B4-BE49-F238E27FC236}">
                <a16:creationId xmlns:a16="http://schemas.microsoft.com/office/drawing/2014/main" id="{E367B994-4FBB-42CA-A416-4F7DB457E425}"/>
              </a:ext>
            </a:extLst>
          </p:cNvPr>
          <p:cNvSpPr>
            <a:spLocks noGrp="1"/>
          </p:cNvSpPr>
          <p:nvPr>
            <p:ph type="dt" sz="quarter" idx="1"/>
          </p:nvPr>
        </p:nvSpPr>
        <p:spPr bwMode="gray">
          <a:xfrm>
            <a:off x="5569058" y="316452"/>
            <a:ext cx="1002223" cy="324146"/>
          </a:xfrm>
          <a:prstGeom prst="rect">
            <a:avLst/>
          </a:prstGeom>
        </p:spPr>
        <p:txBody>
          <a:bodyPr vert="horz" lIns="0" tIns="0" rIns="0" bIns="0" rtlCol="0" anchor="ctr" anchorCtr="0"/>
          <a:lstStyle>
            <a:lvl1pPr algn="r">
              <a:defRPr sz="1200"/>
            </a:lvl1pPr>
          </a:lstStyle>
          <a:p>
            <a:fld id="{AA676C72-34D1-4B97-88EC-5C3F95878F6C}" type="datetime1">
              <a:rPr lang="de-DE" sz="1000" smtClean="0"/>
              <a:t>03.12.25</a:t>
            </a:fld>
            <a:endParaRPr lang="de-DE" sz="1000"/>
          </a:p>
        </p:txBody>
      </p:sp>
      <p:sp>
        <p:nvSpPr>
          <p:cNvPr id="4" name="Fußzeilenplatzhalter 3">
            <a:extLst>
              <a:ext uri="{FF2B5EF4-FFF2-40B4-BE49-F238E27FC236}">
                <a16:creationId xmlns:a16="http://schemas.microsoft.com/office/drawing/2014/main" id="{C9F60187-F2BC-4BD2-B337-626F114BB334}"/>
              </a:ext>
            </a:extLst>
          </p:cNvPr>
          <p:cNvSpPr>
            <a:spLocks noGrp="1"/>
          </p:cNvSpPr>
          <p:nvPr>
            <p:ph type="ftr" sz="quarter" idx="2"/>
          </p:nvPr>
        </p:nvSpPr>
        <p:spPr bwMode="gray">
          <a:xfrm>
            <a:off x="506278" y="9582365"/>
            <a:ext cx="5062780" cy="324146"/>
          </a:xfrm>
          <a:prstGeom prst="rect">
            <a:avLst/>
          </a:prstGeom>
        </p:spPr>
        <p:txBody>
          <a:bodyPr vert="horz" lIns="0" tIns="0" rIns="0" bIns="0" rtlCol="0" anchor="ctr" anchorCtr="0"/>
          <a:lstStyle>
            <a:lvl1pPr algn="l">
              <a:defRPr sz="1200"/>
            </a:lvl1pPr>
          </a:lstStyle>
          <a:p>
            <a:endParaRPr lang="de-DE" sz="1000" dirty="0"/>
          </a:p>
        </p:txBody>
      </p:sp>
      <p:sp>
        <p:nvSpPr>
          <p:cNvPr id="5" name="Foliennummernplatzhalter 4">
            <a:extLst>
              <a:ext uri="{FF2B5EF4-FFF2-40B4-BE49-F238E27FC236}">
                <a16:creationId xmlns:a16="http://schemas.microsoft.com/office/drawing/2014/main" id="{72FE731E-73F9-48A9-B876-EEC2A8FD50E5}"/>
              </a:ext>
            </a:extLst>
          </p:cNvPr>
          <p:cNvSpPr>
            <a:spLocks noGrp="1"/>
          </p:cNvSpPr>
          <p:nvPr>
            <p:ph type="sldNum" sz="quarter" idx="3"/>
          </p:nvPr>
        </p:nvSpPr>
        <p:spPr bwMode="gray">
          <a:xfrm>
            <a:off x="5569058" y="9582365"/>
            <a:ext cx="1002223" cy="324146"/>
          </a:xfrm>
          <a:prstGeom prst="rect">
            <a:avLst/>
          </a:prstGeom>
        </p:spPr>
        <p:txBody>
          <a:bodyPr vert="horz" lIns="0" tIns="0" rIns="0" bIns="0" rtlCol="0" anchor="ctr" anchorCtr="0"/>
          <a:lstStyle>
            <a:lvl1pPr algn="r">
              <a:defRPr sz="1200"/>
            </a:lvl1pPr>
          </a:lstStyle>
          <a:p>
            <a:fld id="{1A06F71E-21E1-4DE2-81F3-F3C287C4C753}" type="slidenum">
              <a:rPr lang="de-DE" sz="1000" smtClean="0"/>
              <a:t>‹Nr.›</a:t>
            </a:fld>
            <a:endParaRPr lang="de-DE" sz="1000"/>
          </a:p>
        </p:txBody>
      </p:sp>
    </p:spTree>
    <p:extLst>
      <p:ext uri="{BB962C8B-B14F-4D97-AF65-F5344CB8AC3E}">
        <p14:creationId xmlns:p14="http://schemas.microsoft.com/office/powerpoint/2010/main" val="2962773827"/>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bwMode="gray">
          <a:xfrm>
            <a:off x="495946" y="430850"/>
            <a:ext cx="4809640" cy="292404"/>
          </a:xfrm>
          <a:prstGeom prst="rect">
            <a:avLst/>
          </a:prstGeom>
        </p:spPr>
        <p:txBody>
          <a:bodyPr vert="horz" lIns="0" tIns="0" rIns="0" bIns="0" rtlCol="0" anchor="ctr"/>
          <a:lstStyle>
            <a:lvl1pPr algn="l">
              <a:defRPr sz="1000"/>
            </a:lvl1pPr>
          </a:lstStyle>
          <a:p>
            <a:endParaRPr lang="de-DE" dirty="0"/>
          </a:p>
        </p:txBody>
      </p:sp>
      <p:sp>
        <p:nvSpPr>
          <p:cNvPr id="3" name="Datumsplatzhalter 2"/>
          <p:cNvSpPr>
            <a:spLocks noGrp="1"/>
          </p:cNvSpPr>
          <p:nvPr>
            <p:ph type="dt" idx="1"/>
          </p:nvPr>
        </p:nvSpPr>
        <p:spPr bwMode="gray">
          <a:xfrm>
            <a:off x="5305586" y="430850"/>
            <a:ext cx="1314289" cy="292404"/>
          </a:xfrm>
          <a:prstGeom prst="rect">
            <a:avLst/>
          </a:prstGeom>
        </p:spPr>
        <p:txBody>
          <a:bodyPr vert="horz" lIns="0" tIns="0" rIns="0" bIns="0" rtlCol="0" anchor="ctr"/>
          <a:lstStyle>
            <a:lvl1pPr algn="r">
              <a:defRPr sz="1000"/>
            </a:lvl1pPr>
          </a:lstStyle>
          <a:p>
            <a:fld id="{FDC70B9C-163A-49CB-B8CA-AED083E2E401}" type="datetime1">
              <a:rPr lang="de-DE" smtClean="0"/>
              <a:t>03.12.25</a:t>
            </a:fld>
            <a:endParaRPr lang="de-DE"/>
          </a:p>
        </p:txBody>
      </p:sp>
      <p:sp>
        <p:nvSpPr>
          <p:cNvPr id="4" name="Folienbildplatzhalter 3"/>
          <p:cNvSpPr>
            <a:spLocks noGrp="1" noRot="1" noChangeAspect="1"/>
          </p:cNvSpPr>
          <p:nvPr>
            <p:ph type="sldImg" idx="2"/>
          </p:nvPr>
        </p:nvSpPr>
        <p:spPr bwMode="gray">
          <a:xfrm>
            <a:off x="495946" y="855409"/>
            <a:ext cx="6123929" cy="3445106"/>
          </a:xfrm>
          <a:prstGeom prst="rect">
            <a:avLst/>
          </a:prstGeom>
          <a:noFill/>
          <a:ln w="12700">
            <a:solidFill>
              <a:prstClr val="black"/>
            </a:solidFill>
          </a:ln>
        </p:spPr>
        <p:txBody>
          <a:bodyPr vert="horz" lIns="99048" tIns="49524" rIns="99048" bIns="49524" rtlCol="0" anchor="ctr"/>
          <a:lstStyle/>
          <a:p>
            <a:endParaRPr lang="de-DE"/>
          </a:p>
        </p:txBody>
      </p:sp>
      <p:sp>
        <p:nvSpPr>
          <p:cNvPr id="5" name="Notizenplatzhalter 4"/>
          <p:cNvSpPr>
            <a:spLocks noGrp="1"/>
          </p:cNvSpPr>
          <p:nvPr>
            <p:ph type="body" sz="quarter" idx="3"/>
          </p:nvPr>
        </p:nvSpPr>
        <p:spPr bwMode="gray">
          <a:xfrm>
            <a:off x="495946" y="4566833"/>
            <a:ext cx="6120000" cy="2805193"/>
          </a:xfrm>
          <a:prstGeom prst="rect">
            <a:avLst/>
          </a:prstGeom>
        </p:spPr>
        <p:txBody>
          <a:bodyPr vert="horz" lIns="0" tIns="0" rIns="0" bIns="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bwMode="gray">
          <a:xfrm>
            <a:off x="495946" y="9723171"/>
            <a:ext cx="4809640" cy="292404"/>
          </a:xfrm>
          <a:prstGeom prst="rect">
            <a:avLst/>
          </a:prstGeom>
        </p:spPr>
        <p:txBody>
          <a:bodyPr vert="horz" lIns="0" tIns="0" rIns="0" bIns="0" rtlCol="0" anchor="ctr"/>
          <a:lstStyle>
            <a:lvl1pPr algn="l">
              <a:defRPr sz="1000"/>
            </a:lvl1pPr>
          </a:lstStyle>
          <a:p>
            <a:endParaRPr lang="de-DE" dirty="0"/>
          </a:p>
        </p:txBody>
      </p:sp>
      <p:sp>
        <p:nvSpPr>
          <p:cNvPr id="7" name="Foliennummernplatzhalter 6"/>
          <p:cNvSpPr>
            <a:spLocks noGrp="1"/>
          </p:cNvSpPr>
          <p:nvPr>
            <p:ph type="sldNum" sz="quarter" idx="5"/>
          </p:nvPr>
        </p:nvSpPr>
        <p:spPr bwMode="gray">
          <a:xfrm>
            <a:off x="5305586" y="9723171"/>
            <a:ext cx="1314289" cy="292404"/>
          </a:xfrm>
          <a:prstGeom prst="rect">
            <a:avLst/>
          </a:prstGeom>
        </p:spPr>
        <p:txBody>
          <a:bodyPr vert="horz" lIns="0" tIns="0" rIns="0" bIns="0" rtlCol="0" anchor="ctr"/>
          <a:lstStyle>
            <a:lvl1pPr algn="r">
              <a:defRPr sz="1000"/>
            </a:lvl1pPr>
          </a:lstStyle>
          <a:p>
            <a:fld id="{893C3B6E-A07B-4A28-99D4-6009BE3068BA}" type="slidenum">
              <a:rPr lang="de-DE" smtClean="0"/>
              <a:pPr/>
              <a:t>‹Nr.›</a:t>
            </a:fld>
            <a:endParaRPr lang="de-DE"/>
          </a:p>
        </p:txBody>
      </p:sp>
      <p:cxnSp>
        <p:nvCxnSpPr>
          <p:cNvPr id="11" name="Gerader Verbinder 10">
            <a:extLst>
              <a:ext uri="{FF2B5EF4-FFF2-40B4-BE49-F238E27FC236}">
                <a16:creationId xmlns:a16="http://schemas.microsoft.com/office/drawing/2014/main" id="{D3532E81-E7A3-4BC1-AFBB-5D0BBFCAB87E}"/>
              </a:ext>
            </a:extLst>
          </p:cNvPr>
          <p:cNvCxnSpPr>
            <a:cxnSpLocks/>
          </p:cNvCxnSpPr>
          <p:nvPr/>
        </p:nvCxnSpPr>
        <p:spPr bwMode="gray">
          <a:xfrm>
            <a:off x="479425" y="7734515"/>
            <a:ext cx="614045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F619D66E-F736-4859-80F1-600E04561EAB}"/>
              </a:ext>
            </a:extLst>
          </p:cNvPr>
          <p:cNvCxnSpPr>
            <a:cxnSpLocks/>
          </p:cNvCxnSpPr>
          <p:nvPr/>
        </p:nvCxnSpPr>
        <p:spPr bwMode="gray">
          <a:xfrm>
            <a:off x="479425" y="8086671"/>
            <a:ext cx="614045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7FC36C86-4072-4992-9B30-A708E69B1772}"/>
              </a:ext>
            </a:extLst>
          </p:cNvPr>
          <p:cNvCxnSpPr>
            <a:cxnSpLocks/>
          </p:cNvCxnSpPr>
          <p:nvPr/>
        </p:nvCxnSpPr>
        <p:spPr bwMode="gray">
          <a:xfrm>
            <a:off x="479425" y="8438827"/>
            <a:ext cx="614045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3970D2F1-4D8B-4D07-A9A0-E9F74F0D599D}"/>
              </a:ext>
            </a:extLst>
          </p:cNvPr>
          <p:cNvCxnSpPr>
            <a:cxnSpLocks/>
          </p:cNvCxnSpPr>
          <p:nvPr/>
        </p:nvCxnSpPr>
        <p:spPr bwMode="gray">
          <a:xfrm>
            <a:off x="479425" y="8790983"/>
            <a:ext cx="614045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D5F7CD99-60FC-45D0-B1C4-46185506916A}"/>
              </a:ext>
            </a:extLst>
          </p:cNvPr>
          <p:cNvCxnSpPr>
            <a:cxnSpLocks/>
          </p:cNvCxnSpPr>
          <p:nvPr/>
        </p:nvCxnSpPr>
        <p:spPr bwMode="gray">
          <a:xfrm>
            <a:off x="479425" y="9143139"/>
            <a:ext cx="614045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A21177D2-8811-4CF0-AE67-55BA664407E9}"/>
              </a:ext>
            </a:extLst>
          </p:cNvPr>
          <p:cNvCxnSpPr>
            <a:cxnSpLocks/>
          </p:cNvCxnSpPr>
          <p:nvPr/>
        </p:nvCxnSpPr>
        <p:spPr bwMode="gray">
          <a:xfrm>
            <a:off x="479425" y="9495295"/>
            <a:ext cx="6140450"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962597"/>
      </p:ext>
    </p:extLst>
  </p:cSld>
  <p:clrMap bg1="lt1" tx1="dk1" bg2="lt2" tx2="dk2" accent1="accent1" accent2="accent2" accent3="accent3" accent4="accent4" accent5="accent5" accent6="accent6" hlink="hlink" folHlink="folHlink"/>
  <p:hf/>
  <p:notesStyle>
    <a:lvl1pPr marL="0" algn="l" defTabSz="975299" rtl="0" eaLnBrk="1" latinLnBrk="0" hangingPunct="1">
      <a:spcBef>
        <a:spcPts val="400"/>
      </a:spcBef>
      <a:spcAft>
        <a:spcPts val="400"/>
      </a:spcAft>
      <a:defRPr sz="1200" kern="1200">
        <a:solidFill>
          <a:schemeClr val="tx1"/>
        </a:solidFill>
        <a:latin typeface="+mn-lt"/>
        <a:ea typeface="+mn-ea"/>
        <a:cs typeface="+mn-cs"/>
      </a:defRPr>
    </a:lvl1pPr>
    <a:lvl2pPr marL="0" algn="l" defTabSz="975299" rtl="0" eaLnBrk="1" latinLnBrk="0" hangingPunct="1">
      <a:spcBef>
        <a:spcPts val="400"/>
      </a:spcBef>
      <a:spcAft>
        <a:spcPts val="400"/>
      </a:spcAft>
      <a:defRPr sz="1200" b="1" kern="1200">
        <a:solidFill>
          <a:schemeClr val="tx1"/>
        </a:solidFill>
        <a:latin typeface="+mn-lt"/>
        <a:ea typeface="+mn-ea"/>
        <a:cs typeface="+mn-cs"/>
      </a:defRPr>
    </a:lvl2pPr>
    <a:lvl3pPr marL="144000" indent="-144000" algn="l" defTabSz="975299" rtl="0" eaLnBrk="1" latinLnBrk="0" hangingPunct="1">
      <a:spcBef>
        <a:spcPts val="400"/>
      </a:spcBef>
      <a:spcAft>
        <a:spcPts val="400"/>
      </a:spcAft>
      <a:buClr>
        <a:schemeClr val="bg2"/>
      </a:buClr>
      <a:buFont typeface="Wingdings" panose="05000000000000000000" pitchFamily="2" charset="2"/>
      <a:buChar char="§"/>
      <a:defRPr sz="1200" kern="1200">
        <a:solidFill>
          <a:schemeClr val="tx1"/>
        </a:solidFill>
        <a:latin typeface="+mn-lt"/>
        <a:ea typeface="+mn-ea"/>
        <a:cs typeface="+mn-cs"/>
      </a:defRPr>
    </a:lvl3pPr>
    <a:lvl4pPr marL="288000" indent="-144000" algn="l" defTabSz="975299" rtl="0" eaLnBrk="1" latinLnBrk="0" hangingPunct="1">
      <a:spcBef>
        <a:spcPts val="0"/>
      </a:spcBef>
      <a:spcAft>
        <a:spcPts val="400"/>
      </a:spcAft>
      <a:buClr>
        <a:schemeClr val="bg2"/>
      </a:buClr>
      <a:buFont typeface="Symbol" panose="05050102010706020507" pitchFamily="18" charset="2"/>
      <a:buChar char="-"/>
      <a:defRPr sz="1200" kern="1200">
        <a:solidFill>
          <a:schemeClr val="tx1"/>
        </a:solidFill>
        <a:latin typeface="+mn-lt"/>
        <a:ea typeface="+mn-ea"/>
        <a:cs typeface="+mn-cs"/>
      </a:defRPr>
    </a:lvl4pPr>
    <a:lvl5pPr marL="432000" indent="-144000" algn="l" defTabSz="975299" rtl="0" eaLnBrk="1" latinLnBrk="0" hangingPunct="1">
      <a:spcBef>
        <a:spcPts val="0"/>
      </a:spcBef>
      <a:spcAft>
        <a:spcPts val="400"/>
      </a:spcAft>
      <a:buClr>
        <a:schemeClr val="bg2"/>
      </a:buClr>
      <a:buFont typeface="Symbol" panose="05050102010706020507" pitchFamily="18" charset="2"/>
      <a:buChar char="-"/>
      <a:defRPr sz="1200" kern="1200">
        <a:solidFill>
          <a:schemeClr val="tx1"/>
        </a:solidFill>
        <a:latin typeface="+mn-lt"/>
        <a:ea typeface="+mn-ea"/>
        <a:cs typeface="+mn-cs"/>
      </a:defRPr>
    </a:lvl5pPr>
    <a:lvl6pPr marL="144000" indent="-144000" algn="l" defTabSz="975299" rtl="0" eaLnBrk="1" latinLnBrk="0" hangingPunct="1">
      <a:spcBef>
        <a:spcPts val="400"/>
      </a:spcBef>
      <a:spcAft>
        <a:spcPts val="400"/>
      </a:spcAft>
      <a:buClr>
        <a:schemeClr val="bg2"/>
      </a:buClr>
      <a:buFont typeface="+mj-lt"/>
      <a:buAutoNum type="arabicPeriod"/>
      <a:defRPr sz="1200" kern="1200">
        <a:solidFill>
          <a:schemeClr val="tx1"/>
        </a:solidFill>
        <a:latin typeface="+mn-lt"/>
        <a:ea typeface="+mn-ea"/>
        <a:cs typeface="+mn-cs"/>
      </a:defRPr>
    </a:lvl6pPr>
    <a:lvl7pPr marL="288000" indent="-144000" algn="l" defTabSz="975299" rtl="0" eaLnBrk="1" latinLnBrk="0" hangingPunct="1">
      <a:spcBef>
        <a:spcPts val="0"/>
      </a:spcBef>
      <a:spcAft>
        <a:spcPts val="400"/>
      </a:spcAft>
      <a:buClr>
        <a:schemeClr val="bg2"/>
      </a:buClr>
      <a:buFont typeface="+mj-lt"/>
      <a:buAutoNum type="alphaLcPeriod"/>
      <a:defRPr sz="1200" kern="1200">
        <a:solidFill>
          <a:schemeClr val="tx1"/>
        </a:solidFill>
        <a:latin typeface="+mn-lt"/>
        <a:ea typeface="+mn-ea"/>
        <a:cs typeface="+mn-cs"/>
      </a:defRPr>
    </a:lvl7pPr>
    <a:lvl8pPr marL="0" algn="l" defTabSz="975299" rtl="0" eaLnBrk="1" latinLnBrk="0" hangingPunct="1">
      <a:spcBef>
        <a:spcPts val="400"/>
      </a:spcBef>
      <a:spcAft>
        <a:spcPts val="400"/>
      </a:spcAft>
      <a:defRPr sz="1600" b="1" kern="1200">
        <a:solidFill>
          <a:schemeClr val="bg2"/>
        </a:solidFill>
        <a:latin typeface="+mn-lt"/>
        <a:ea typeface="+mn-ea"/>
        <a:cs typeface="+mn-cs"/>
      </a:defRPr>
    </a:lvl8pPr>
    <a:lvl9pPr marL="0" algn="l" defTabSz="975299" rtl="0" eaLnBrk="1" latinLnBrk="0" hangingPunct="1">
      <a:spcBef>
        <a:spcPts val="400"/>
      </a:spcBef>
      <a:spcAft>
        <a:spcPts val="400"/>
      </a:spcAft>
      <a:defRPr sz="900" kern="1200">
        <a:solidFill>
          <a:schemeClr val="bg1">
            <a:lumMod val="65000"/>
          </a:schemeClr>
        </a:solidFill>
        <a:latin typeface="+mn-lt"/>
        <a:ea typeface="+mn-ea"/>
        <a:cs typeface="+mn-cs"/>
      </a:defRPr>
    </a:lvl9pPr>
  </p:notesStyle>
  <p:extLst>
    <p:ext uri="{620B2872-D7B9-4A21-9093-7833F8D536E1}">
      <p15:sldGuideLst xmlns:p15="http://schemas.microsoft.com/office/powerpoint/2012/main">
        <p15:guide id="1" pos="4164" userDrawn="1">
          <p15:clr>
            <a:srgbClr val="F26B43"/>
          </p15:clr>
        </p15:guide>
        <p15:guide id="2" pos="308" userDrawn="1">
          <p15:clr>
            <a:srgbClr val="F26B43"/>
          </p15:clr>
        </p15:guide>
        <p15:guide id="4" orient="horz" pos="2712" userDrawn="1">
          <p15:clr>
            <a:srgbClr val="F26B43"/>
          </p15:clr>
        </p15:guide>
        <p15:guide id="5" orient="horz" pos="535" userDrawn="1">
          <p15:clr>
            <a:srgbClr val="F26B43"/>
          </p15:clr>
        </p15:guide>
        <p15:guide id="6" orient="horz" pos="287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1</a:t>
            </a:fld>
            <a:endParaRPr lang="de-DE"/>
          </a:p>
        </p:txBody>
      </p:sp>
    </p:spTree>
    <p:extLst>
      <p:ext uri="{BB962C8B-B14F-4D97-AF65-F5344CB8AC3E}">
        <p14:creationId xmlns:p14="http://schemas.microsoft.com/office/powerpoint/2010/main" val="227703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2</a:t>
            </a:fld>
            <a:endParaRPr lang="de-DE"/>
          </a:p>
        </p:txBody>
      </p:sp>
    </p:spTree>
    <p:extLst>
      <p:ext uri="{BB962C8B-B14F-4D97-AF65-F5344CB8AC3E}">
        <p14:creationId xmlns:p14="http://schemas.microsoft.com/office/powerpoint/2010/main" val="3021491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3</a:t>
            </a:fld>
            <a:endParaRPr lang="de-DE"/>
          </a:p>
        </p:txBody>
      </p:sp>
    </p:spTree>
    <p:extLst>
      <p:ext uri="{BB962C8B-B14F-4D97-AF65-F5344CB8AC3E}">
        <p14:creationId xmlns:p14="http://schemas.microsoft.com/office/powerpoint/2010/main" val="1560218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5"/>
          </p:nvPr>
        </p:nvSpPr>
        <p:spPr/>
        <p:txBody>
          <a:bodyPr/>
          <a:lstStyle/>
          <a:p>
            <a:fld id="{E90290F9-B206-4945-AAC2-B097AA9B51D1}" type="slidenum">
              <a:rPr lang="de-DE" smtClean="0"/>
              <a:pPr/>
              <a:t>4</a:t>
            </a:fld>
            <a:endParaRPr lang="de-DE"/>
          </a:p>
        </p:txBody>
      </p:sp>
    </p:spTree>
    <p:extLst>
      <p:ext uri="{BB962C8B-B14F-4D97-AF65-F5344CB8AC3E}">
        <p14:creationId xmlns:p14="http://schemas.microsoft.com/office/powerpoint/2010/main" val="3787228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5</a:t>
            </a:fld>
            <a:endParaRPr lang="de-DE"/>
          </a:p>
        </p:txBody>
      </p:sp>
    </p:spTree>
    <p:extLst>
      <p:ext uri="{BB962C8B-B14F-4D97-AF65-F5344CB8AC3E}">
        <p14:creationId xmlns:p14="http://schemas.microsoft.com/office/powerpoint/2010/main" val="251295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Concept learning as the search for attributes/features to distinguish exemplars from non-exemplars of various categories. </a:t>
            </a:r>
          </a:p>
          <a:p>
            <a:pPr marL="171450" marR="0" lvl="0" indent="-171450" algn="l" defTabSz="975299" rtl="0" eaLnBrk="1" fontAlgn="auto" latinLnBrk="0" hangingPunct="1">
              <a:lnSpc>
                <a:spcPct val="100000"/>
              </a:lnSpc>
              <a:spcBef>
                <a:spcPts val="400"/>
              </a:spcBef>
              <a:spcAft>
                <a:spcPts val="400"/>
              </a:spcAft>
              <a:buClrTx/>
              <a:buSzTx/>
              <a:buFont typeface="Wingdings" pitchFamily="2" charset="2"/>
              <a:buChar char="à"/>
              <a:tabLst/>
              <a:defRPr/>
            </a:pPr>
            <a:r>
              <a:rPr lang="de-DE" sz="1200" kern="1200">
                <a:solidFill>
                  <a:schemeClr val="tx1"/>
                </a:solidFill>
                <a:effectLst/>
                <a:latin typeface="+mn-lt"/>
                <a:ea typeface="+mn-ea"/>
                <a:cs typeface="+mn-cs"/>
                <a:sym typeface="Wingdings" pitchFamily="2" charset="2"/>
              </a:rPr>
              <a:t>Concepts as mental categories that help to classify objects.</a:t>
            </a:r>
          </a:p>
          <a:p>
            <a:pPr marL="171450" marR="0" lvl="0" indent="-171450" algn="l" defTabSz="975299" rtl="0" eaLnBrk="1" fontAlgn="auto" latinLnBrk="0" hangingPunct="1">
              <a:lnSpc>
                <a:spcPct val="100000"/>
              </a:lnSpc>
              <a:spcBef>
                <a:spcPts val="400"/>
              </a:spcBef>
              <a:spcAft>
                <a:spcPts val="400"/>
              </a:spcAft>
              <a:buClrTx/>
              <a:buSzTx/>
              <a:buFont typeface="Wingdings" pitchFamily="2" charset="2"/>
              <a:buChar char="à"/>
              <a:tabLst/>
              <a:defRPr/>
            </a:pPr>
            <a:r>
              <a:rPr lang="de-DE" sz="1200" kern="1200">
                <a:solidFill>
                  <a:schemeClr val="tx1"/>
                </a:solidFill>
                <a:effectLst/>
                <a:latin typeface="+mn-lt"/>
                <a:ea typeface="+mn-ea"/>
                <a:cs typeface="+mn-cs"/>
              </a:rPr>
              <a:t>Colloquially, the task is known as learning from examples.</a:t>
            </a:r>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sz="1200" kern="1200">
              <a:solidFill>
                <a:schemeClr val="tx1"/>
              </a:solidFill>
              <a:effectLst/>
              <a:latin typeface="+mn-lt"/>
              <a:ea typeface="+mn-ea"/>
              <a:cs typeface="+mn-cs"/>
            </a:endParaRPr>
          </a:p>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An explanation facility "moderates the social process of explanation between the user and the XAI system" (Chromik 2021).</a:t>
            </a: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6</a:t>
            </a:fld>
            <a:endParaRPr lang="de-DE"/>
          </a:p>
        </p:txBody>
      </p:sp>
    </p:spTree>
    <p:extLst>
      <p:ext uri="{BB962C8B-B14F-4D97-AF65-F5344CB8AC3E}">
        <p14:creationId xmlns:p14="http://schemas.microsoft.com/office/powerpoint/2010/main" val="3456609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Concept learning as the search for attributes/features to distinguish exemplars from non-exemplars of various categories. </a:t>
            </a:r>
          </a:p>
          <a:p>
            <a:pPr marL="171450" marR="0" lvl="0" indent="-171450" algn="l" defTabSz="975299" rtl="0" eaLnBrk="1" fontAlgn="auto" latinLnBrk="0" hangingPunct="1">
              <a:lnSpc>
                <a:spcPct val="100000"/>
              </a:lnSpc>
              <a:spcBef>
                <a:spcPts val="400"/>
              </a:spcBef>
              <a:spcAft>
                <a:spcPts val="400"/>
              </a:spcAft>
              <a:buClrTx/>
              <a:buSzTx/>
              <a:buFont typeface="Wingdings" pitchFamily="2" charset="2"/>
              <a:buChar char="à"/>
              <a:tabLst/>
              <a:defRPr/>
            </a:pPr>
            <a:r>
              <a:rPr lang="de-DE" sz="1200" kern="1200">
                <a:solidFill>
                  <a:schemeClr val="tx1"/>
                </a:solidFill>
                <a:effectLst/>
                <a:latin typeface="+mn-lt"/>
                <a:ea typeface="+mn-ea"/>
                <a:cs typeface="+mn-cs"/>
                <a:sym typeface="Wingdings" pitchFamily="2" charset="2"/>
              </a:rPr>
              <a:t>Concepts as mental categories that help to classify objects.</a:t>
            </a:r>
          </a:p>
          <a:p>
            <a:pPr marL="171450" marR="0" lvl="0" indent="-171450" algn="l" defTabSz="975299" rtl="0" eaLnBrk="1" fontAlgn="auto" latinLnBrk="0" hangingPunct="1">
              <a:lnSpc>
                <a:spcPct val="100000"/>
              </a:lnSpc>
              <a:spcBef>
                <a:spcPts val="400"/>
              </a:spcBef>
              <a:spcAft>
                <a:spcPts val="400"/>
              </a:spcAft>
              <a:buClrTx/>
              <a:buSzTx/>
              <a:buFont typeface="Wingdings" pitchFamily="2" charset="2"/>
              <a:buChar char="à"/>
              <a:tabLst/>
              <a:defRPr/>
            </a:pPr>
            <a:r>
              <a:rPr lang="de-DE" sz="1200" kern="1200">
                <a:solidFill>
                  <a:schemeClr val="tx1"/>
                </a:solidFill>
                <a:effectLst/>
                <a:latin typeface="+mn-lt"/>
                <a:ea typeface="+mn-ea"/>
                <a:cs typeface="+mn-cs"/>
              </a:rPr>
              <a:t>Colloquially, the task is known as learning from examples.</a:t>
            </a:r>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sz="1200" kern="1200">
              <a:solidFill>
                <a:schemeClr val="tx1"/>
              </a:solidFill>
              <a:effectLst/>
              <a:latin typeface="+mn-lt"/>
              <a:ea typeface="+mn-ea"/>
              <a:cs typeface="+mn-cs"/>
            </a:endParaRPr>
          </a:p>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An explanation facility "moderates the social process of explanation between the user and the XAI system" (Chromik 2021).</a:t>
            </a: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7</a:t>
            </a:fld>
            <a:endParaRPr lang="de-DE"/>
          </a:p>
        </p:txBody>
      </p:sp>
    </p:spTree>
    <p:extLst>
      <p:ext uri="{BB962C8B-B14F-4D97-AF65-F5344CB8AC3E}">
        <p14:creationId xmlns:p14="http://schemas.microsoft.com/office/powerpoint/2010/main" val="2910904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Concept learning as the search for attributes/features to distinguish exemplars from non-exemplars of various categories. </a:t>
            </a:r>
          </a:p>
          <a:p>
            <a:pPr marL="171450" marR="0" lvl="0" indent="-171450" algn="l" defTabSz="975299" rtl="0" eaLnBrk="1" fontAlgn="auto" latinLnBrk="0" hangingPunct="1">
              <a:lnSpc>
                <a:spcPct val="100000"/>
              </a:lnSpc>
              <a:spcBef>
                <a:spcPts val="400"/>
              </a:spcBef>
              <a:spcAft>
                <a:spcPts val="400"/>
              </a:spcAft>
              <a:buClrTx/>
              <a:buSzTx/>
              <a:buFont typeface="Wingdings" pitchFamily="2" charset="2"/>
              <a:buChar char="à"/>
              <a:tabLst/>
              <a:defRPr/>
            </a:pPr>
            <a:r>
              <a:rPr lang="de-DE" sz="1200" kern="1200">
                <a:solidFill>
                  <a:schemeClr val="tx1"/>
                </a:solidFill>
                <a:effectLst/>
                <a:latin typeface="+mn-lt"/>
                <a:ea typeface="+mn-ea"/>
                <a:cs typeface="+mn-cs"/>
                <a:sym typeface="Wingdings" pitchFamily="2" charset="2"/>
              </a:rPr>
              <a:t>Concepts as mental categories that help to classify objects.</a:t>
            </a:r>
          </a:p>
          <a:p>
            <a:pPr marL="171450" marR="0" lvl="0" indent="-171450" algn="l" defTabSz="975299" rtl="0" eaLnBrk="1" fontAlgn="auto" latinLnBrk="0" hangingPunct="1">
              <a:lnSpc>
                <a:spcPct val="100000"/>
              </a:lnSpc>
              <a:spcBef>
                <a:spcPts val="400"/>
              </a:spcBef>
              <a:spcAft>
                <a:spcPts val="400"/>
              </a:spcAft>
              <a:buClrTx/>
              <a:buSzTx/>
              <a:buFont typeface="Wingdings" pitchFamily="2" charset="2"/>
              <a:buChar char="à"/>
              <a:tabLst/>
              <a:defRPr/>
            </a:pPr>
            <a:r>
              <a:rPr lang="de-DE" sz="1200" kern="1200">
                <a:solidFill>
                  <a:schemeClr val="tx1"/>
                </a:solidFill>
                <a:effectLst/>
                <a:latin typeface="+mn-lt"/>
                <a:ea typeface="+mn-ea"/>
                <a:cs typeface="+mn-cs"/>
              </a:rPr>
              <a:t>Colloquially, the task is known as learning from examples.</a:t>
            </a:r>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sz="1200" kern="1200">
              <a:solidFill>
                <a:schemeClr val="tx1"/>
              </a:solidFill>
              <a:effectLst/>
              <a:latin typeface="+mn-lt"/>
              <a:ea typeface="+mn-ea"/>
              <a:cs typeface="+mn-cs"/>
            </a:endParaRPr>
          </a:p>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An explanation facility "moderates the social process of explanation between the user and the XAI system" (Chromik 2021).</a:t>
            </a: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8</a:t>
            </a:fld>
            <a:endParaRPr lang="de-DE"/>
          </a:p>
        </p:txBody>
      </p:sp>
    </p:spTree>
    <p:extLst>
      <p:ext uri="{BB962C8B-B14F-4D97-AF65-F5344CB8AC3E}">
        <p14:creationId xmlns:p14="http://schemas.microsoft.com/office/powerpoint/2010/main" val="261394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699DEB01-4F77-4AF1-AA12-BF3F8F2FDE9C}" type="datetime1">
              <a:rPr lang="de-DE" smtClean="0"/>
              <a:t>03.12.25</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893C3B6E-A07B-4A28-99D4-6009BE3068BA}" type="slidenum">
              <a:rPr lang="de-DE" smtClean="0"/>
              <a:pPr/>
              <a:t>9</a:t>
            </a:fld>
            <a:endParaRPr lang="de-DE"/>
          </a:p>
        </p:txBody>
      </p:sp>
    </p:spTree>
    <p:extLst>
      <p:ext uri="{BB962C8B-B14F-4D97-AF65-F5344CB8AC3E}">
        <p14:creationId xmlns:p14="http://schemas.microsoft.com/office/powerpoint/2010/main" val="679606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12</a:t>
            </a:fld>
            <a:endParaRPr lang="de-DE"/>
          </a:p>
        </p:txBody>
      </p:sp>
    </p:spTree>
    <p:extLst>
      <p:ext uri="{BB962C8B-B14F-4D97-AF65-F5344CB8AC3E}">
        <p14:creationId xmlns:p14="http://schemas.microsoft.com/office/powerpoint/2010/main" val="2868896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The research area Human-centered Machine Learning (HCML) (Gillies et al. 2016) was initiated to foster integrated research that lies at the intersection of human and artificial intelligence. It aims at linking the capabilities of human perception with the capacity and performance of computers. Striving for better consideration of human goals, contexts, and ways of working when designing ML algorithms and corresponding interfaces, HCML shall lead to more useful and usable artificially intelligent systems (Gillies et al. 2016). </a:t>
            </a: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r>
              <a:rPr lang="de-DE"/>
              <a:t>Introduce model-agnostic XAI system here</a:t>
            </a:r>
          </a:p>
          <a:p>
            <a:endParaRPr lang="de-DE"/>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893C3B6E-A07B-4A28-99D4-6009BE3068BA}" type="slidenum">
              <a:rPr lang="de-DE" smtClean="0"/>
              <a:pPr/>
              <a:t>13</a:t>
            </a:fld>
            <a:endParaRPr lang="de-DE"/>
          </a:p>
        </p:txBody>
      </p:sp>
    </p:spTree>
    <p:extLst>
      <p:ext uri="{BB962C8B-B14F-4D97-AF65-F5344CB8AC3E}">
        <p14:creationId xmlns:p14="http://schemas.microsoft.com/office/powerpoint/2010/main" val="2130548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The research area Human-centered Machine Learning (HCML) (Gillies et al. 2016) was initiated to foster integrated research that lies at the intersection of human and artificial intelligence. It aims at linking the capabilities of human perception with the capacity and performance of computers. Striving for better consideration of human goals, contexts, and ways of working when designing ML algorithms and corresponding interfaces, HCML shall lead to more useful and usable artificially intelligent systems (Gillies et al. 2016). </a:t>
            </a: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r>
              <a:rPr lang="de-DE"/>
              <a:t>Introduce model-agnostic XAI system here</a:t>
            </a:r>
          </a:p>
          <a:p>
            <a:endParaRPr lang="de-DE"/>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893C3B6E-A07B-4A28-99D4-6009BE3068BA}" type="slidenum">
              <a:rPr lang="de-DE" smtClean="0"/>
              <a:pPr/>
              <a:t>14</a:t>
            </a:fld>
            <a:endParaRPr lang="de-DE"/>
          </a:p>
        </p:txBody>
      </p:sp>
    </p:spTree>
    <p:extLst>
      <p:ext uri="{BB962C8B-B14F-4D97-AF65-F5344CB8AC3E}">
        <p14:creationId xmlns:p14="http://schemas.microsoft.com/office/powerpoint/2010/main" val="32353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The research area Human-centered Machine Learning (HCML) (Gillies et al. 2016) was initiated to foster integrated research that lies at the intersection of human and artificial intelligence. It aims at linking the capabilities of human perception with the capacity and performance of computers. Striving for better consideration of human goals, contexts, and ways of working when designing ML algorithms and corresponding interfaces, HCML shall lead to more useful and usable artificially intelligent systems (Gillies et al. 2016). </a:t>
            </a: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r>
              <a:rPr lang="de-DE"/>
              <a:t>Introduce model-agnostic XAI system here</a:t>
            </a:r>
          </a:p>
          <a:p>
            <a:endParaRPr lang="de-DE"/>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893C3B6E-A07B-4A28-99D4-6009BE3068BA}" type="slidenum">
              <a:rPr lang="de-DE" smtClean="0"/>
              <a:pPr/>
              <a:t>16</a:t>
            </a:fld>
            <a:endParaRPr lang="de-DE"/>
          </a:p>
        </p:txBody>
      </p:sp>
    </p:spTree>
    <p:extLst>
      <p:ext uri="{BB962C8B-B14F-4D97-AF65-F5344CB8AC3E}">
        <p14:creationId xmlns:p14="http://schemas.microsoft.com/office/powerpoint/2010/main" val="3784422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17</a:t>
            </a:fld>
            <a:endParaRPr lang="de-DE"/>
          </a:p>
        </p:txBody>
      </p:sp>
    </p:spTree>
    <p:extLst>
      <p:ext uri="{BB962C8B-B14F-4D97-AF65-F5344CB8AC3E}">
        <p14:creationId xmlns:p14="http://schemas.microsoft.com/office/powerpoint/2010/main" val="1458503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45DBA-D00D-9540-A2D3-7BC30338155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EF1DE40-A646-D196-4CB0-FDD0E5B59761}"/>
              </a:ext>
            </a:extLst>
          </p:cNvPr>
          <p:cNvSpPr>
            <a:spLocks noGrp="1" noRot="1" noChangeAspect="1"/>
          </p:cNvSpPr>
          <p:nvPr>
            <p:ph type="sldImg"/>
          </p:nvPr>
        </p:nvSpPr>
        <p:spPr>
          <a:xfrm>
            <a:off x="495300" y="855663"/>
            <a:ext cx="6124575" cy="3444875"/>
          </a:xfrm>
        </p:spPr>
      </p:sp>
      <p:sp>
        <p:nvSpPr>
          <p:cNvPr id="3" name="Notizenplatzhalter 2">
            <a:extLst>
              <a:ext uri="{FF2B5EF4-FFF2-40B4-BE49-F238E27FC236}">
                <a16:creationId xmlns:a16="http://schemas.microsoft.com/office/drawing/2014/main" id="{810F13EA-5C80-DA89-9FEB-AE8377665C12}"/>
              </a:ext>
            </a:extLst>
          </p:cNvPr>
          <p:cNvSpPr>
            <a:spLocks noGrp="1"/>
          </p:cNvSpPr>
          <p:nvPr>
            <p:ph type="body" idx="1"/>
          </p:nvPr>
        </p:nvSpPr>
        <p:spPr/>
        <p:txBody>
          <a:bodyPr/>
          <a:lstStyle/>
          <a:p>
            <a:endParaRPr lang="de-DE"/>
          </a:p>
        </p:txBody>
      </p:sp>
      <p:sp>
        <p:nvSpPr>
          <p:cNvPr id="4" name="Kopfzeilenplatzhalter 3">
            <a:extLst>
              <a:ext uri="{FF2B5EF4-FFF2-40B4-BE49-F238E27FC236}">
                <a16:creationId xmlns:a16="http://schemas.microsoft.com/office/drawing/2014/main" id="{EBB073B4-31FB-3024-BA65-4C4298319D9E}"/>
              </a:ext>
            </a:extLst>
          </p:cNvPr>
          <p:cNvSpPr>
            <a:spLocks noGrp="1"/>
          </p:cNvSpPr>
          <p:nvPr>
            <p:ph type="hdr" sz="quarter"/>
          </p:nvPr>
        </p:nvSpPr>
        <p:spPr/>
        <p:txBody>
          <a:bodyPr/>
          <a:lstStyle/>
          <a:p>
            <a:endParaRPr lang="de-DE"/>
          </a:p>
        </p:txBody>
      </p:sp>
      <p:sp>
        <p:nvSpPr>
          <p:cNvPr id="5" name="Datumsplatzhalter 4">
            <a:extLst>
              <a:ext uri="{FF2B5EF4-FFF2-40B4-BE49-F238E27FC236}">
                <a16:creationId xmlns:a16="http://schemas.microsoft.com/office/drawing/2014/main" id="{072ED92B-8FC0-52E7-32CA-2BA13E05C1B3}"/>
              </a:ext>
            </a:extLst>
          </p:cNvPr>
          <p:cNvSpPr>
            <a:spLocks noGrp="1"/>
          </p:cNvSpPr>
          <p:nvPr>
            <p:ph type="dt" idx="1"/>
          </p:nvPr>
        </p:nvSpPr>
        <p:spPr/>
        <p:txBody>
          <a:bodyPr/>
          <a:lstStyle/>
          <a:p>
            <a:fld id="{699DEB01-4F77-4AF1-AA12-BF3F8F2FDE9C}" type="datetime1">
              <a:rPr lang="de-DE" smtClean="0"/>
              <a:t>03.12.25</a:t>
            </a:fld>
            <a:endParaRPr lang="de-DE"/>
          </a:p>
        </p:txBody>
      </p:sp>
      <p:sp>
        <p:nvSpPr>
          <p:cNvPr id="6" name="Fußzeilenplatzhalter 5">
            <a:extLst>
              <a:ext uri="{FF2B5EF4-FFF2-40B4-BE49-F238E27FC236}">
                <a16:creationId xmlns:a16="http://schemas.microsoft.com/office/drawing/2014/main" id="{B3407D1A-A446-45B8-A048-6011458538AC}"/>
              </a:ext>
            </a:extLst>
          </p:cNvPr>
          <p:cNvSpPr>
            <a:spLocks noGrp="1"/>
          </p:cNvSpPr>
          <p:nvPr>
            <p:ph type="ftr" sz="quarter" idx="4"/>
          </p:nvPr>
        </p:nvSpPr>
        <p:spPr/>
        <p:txBody>
          <a:bodyPr/>
          <a:lstStyle/>
          <a:p>
            <a:endParaRPr lang="de-DE"/>
          </a:p>
        </p:txBody>
      </p:sp>
      <p:sp>
        <p:nvSpPr>
          <p:cNvPr id="7" name="Foliennummernplatzhalter 6">
            <a:extLst>
              <a:ext uri="{FF2B5EF4-FFF2-40B4-BE49-F238E27FC236}">
                <a16:creationId xmlns:a16="http://schemas.microsoft.com/office/drawing/2014/main" id="{43EA00BF-DE96-26A9-168E-04CF7738B20D}"/>
              </a:ext>
            </a:extLst>
          </p:cNvPr>
          <p:cNvSpPr>
            <a:spLocks noGrp="1"/>
          </p:cNvSpPr>
          <p:nvPr>
            <p:ph type="sldNum" sz="quarter" idx="5"/>
          </p:nvPr>
        </p:nvSpPr>
        <p:spPr/>
        <p:txBody>
          <a:bodyPr/>
          <a:lstStyle/>
          <a:p>
            <a:fld id="{893C3B6E-A07B-4A28-99D4-6009BE3068BA}" type="slidenum">
              <a:rPr lang="de-DE" smtClean="0"/>
              <a:pPr/>
              <a:t>18</a:t>
            </a:fld>
            <a:endParaRPr lang="de-DE"/>
          </a:p>
        </p:txBody>
      </p:sp>
    </p:spTree>
    <p:extLst>
      <p:ext uri="{BB962C8B-B14F-4D97-AF65-F5344CB8AC3E}">
        <p14:creationId xmlns:p14="http://schemas.microsoft.com/office/powerpoint/2010/main" val="3711928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45DBA-D00D-9540-A2D3-7BC30338155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EF1DE40-A646-D196-4CB0-FDD0E5B59761}"/>
              </a:ext>
            </a:extLst>
          </p:cNvPr>
          <p:cNvSpPr>
            <a:spLocks noGrp="1" noRot="1" noChangeAspect="1"/>
          </p:cNvSpPr>
          <p:nvPr>
            <p:ph type="sldImg"/>
          </p:nvPr>
        </p:nvSpPr>
        <p:spPr>
          <a:xfrm>
            <a:off x="495300" y="855663"/>
            <a:ext cx="6124575" cy="3444875"/>
          </a:xfrm>
        </p:spPr>
      </p:sp>
      <p:sp>
        <p:nvSpPr>
          <p:cNvPr id="3" name="Notizenplatzhalter 2">
            <a:extLst>
              <a:ext uri="{FF2B5EF4-FFF2-40B4-BE49-F238E27FC236}">
                <a16:creationId xmlns:a16="http://schemas.microsoft.com/office/drawing/2014/main" id="{810F13EA-5C80-DA89-9FEB-AE8377665C12}"/>
              </a:ext>
            </a:extLst>
          </p:cNvPr>
          <p:cNvSpPr>
            <a:spLocks noGrp="1"/>
          </p:cNvSpPr>
          <p:nvPr>
            <p:ph type="body" idx="1"/>
          </p:nvPr>
        </p:nvSpPr>
        <p:spPr/>
        <p:txBody>
          <a:bodyPr/>
          <a:lstStyle/>
          <a:p>
            <a:endParaRPr lang="de-DE"/>
          </a:p>
        </p:txBody>
      </p:sp>
      <p:sp>
        <p:nvSpPr>
          <p:cNvPr id="4" name="Kopfzeilenplatzhalter 3">
            <a:extLst>
              <a:ext uri="{FF2B5EF4-FFF2-40B4-BE49-F238E27FC236}">
                <a16:creationId xmlns:a16="http://schemas.microsoft.com/office/drawing/2014/main" id="{EBB073B4-31FB-3024-BA65-4C4298319D9E}"/>
              </a:ext>
            </a:extLst>
          </p:cNvPr>
          <p:cNvSpPr>
            <a:spLocks noGrp="1"/>
          </p:cNvSpPr>
          <p:nvPr>
            <p:ph type="hdr" sz="quarter"/>
          </p:nvPr>
        </p:nvSpPr>
        <p:spPr/>
        <p:txBody>
          <a:bodyPr/>
          <a:lstStyle/>
          <a:p>
            <a:endParaRPr lang="de-DE"/>
          </a:p>
        </p:txBody>
      </p:sp>
      <p:sp>
        <p:nvSpPr>
          <p:cNvPr id="5" name="Datumsplatzhalter 4">
            <a:extLst>
              <a:ext uri="{FF2B5EF4-FFF2-40B4-BE49-F238E27FC236}">
                <a16:creationId xmlns:a16="http://schemas.microsoft.com/office/drawing/2014/main" id="{072ED92B-8FC0-52E7-32CA-2BA13E05C1B3}"/>
              </a:ext>
            </a:extLst>
          </p:cNvPr>
          <p:cNvSpPr>
            <a:spLocks noGrp="1"/>
          </p:cNvSpPr>
          <p:nvPr>
            <p:ph type="dt" idx="1"/>
          </p:nvPr>
        </p:nvSpPr>
        <p:spPr/>
        <p:txBody>
          <a:bodyPr/>
          <a:lstStyle/>
          <a:p>
            <a:fld id="{699DEB01-4F77-4AF1-AA12-BF3F8F2FDE9C}" type="datetime1">
              <a:rPr lang="de-DE" smtClean="0"/>
              <a:t>03.12.25</a:t>
            </a:fld>
            <a:endParaRPr lang="de-DE"/>
          </a:p>
        </p:txBody>
      </p:sp>
      <p:sp>
        <p:nvSpPr>
          <p:cNvPr id="6" name="Fußzeilenplatzhalter 5">
            <a:extLst>
              <a:ext uri="{FF2B5EF4-FFF2-40B4-BE49-F238E27FC236}">
                <a16:creationId xmlns:a16="http://schemas.microsoft.com/office/drawing/2014/main" id="{B3407D1A-A446-45B8-A048-6011458538AC}"/>
              </a:ext>
            </a:extLst>
          </p:cNvPr>
          <p:cNvSpPr>
            <a:spLocks noGrp="1"/>
          </p:cNvSpPr>
          <p:nvPr>
            <p:ph type="ftr" sz="quarter" idx="4"/>
          </p:nvPr>
        </p:nvSpPr>
        <p:spPr/>
        <p:txBody>
          <a:bodyPr/>
          <a:lstStyle/>
          <a:p>
            <a:endParaRPr lang="de-DE"/>
          </a:p>
        </p:txBody>
      </p:sp>
      <p:sp>
        <p:nvSpPr>
          <p:cNvPr id="7" name="Foliennummernplatzhalter 6">
            <a:extLst>
              <a:ext uri="{FF2B5EF4-FFF2-40B4-BE49-F238E27FC236}">
                <a16:creationId xmlns:a16="http://schemas.microsoft.com/office/drawing/2014/main" id="{43EA00BF-DE96-26A9-168E-04CF7738B20D}"/>
              </a:ext>
            </a:extLst>
          </p:cNvPr>
          <p:cNvSpPr>
            <a:spLocks noGrp="1"/>
          </p:cNvSpPr>
          <p:nvPr>
            <p:ph type="sldNum" sz="quarter" idx="5"/>
          </p:nvPr>
        </p:nvSpPr>
        <p:spPr/>
        <p:txBody>
          <a:bodyPr/>
          <a:lstStyle/>
          <a:p>
            <a:fld id="{893C3B6E-A07B-4A28-99D4-6009BE3068BA}" type="slidenum">
              <a:rPr lang="de-DE" smtClean="0"/>
              <a:pPr/>
              <a:t>19</a:t>
            </a:fld>
            <a:endParaRPr lang="de-DE"/>
          </a:p>
        </p:txBody>
      </p:sp>
    </p:spTree>
    <p:extLst>
      <p:ext uri="{BB962C8B-B14F-4D97-AF65-F5344CB8AC3E}">
        <p14:creationId xmlns:p14="http://schemas.microsoft.com/office/powerpoint/2010/main" val="798342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normAutofit/>
          </a:bodyPr>
          <a:lstStyle/>
          <a:p>
            <a:pPr marL="0" indent="0">
              <a:buFontTx/>
              <a:buNone/>
            </a:pPr>
            <a:r>
              <a:rPr lang="de-DE"/>
              <a:t>Wie finde ich das heraus?</a:t>
            </a:r>
          </a:p>
          <a:p>
            <a:pPr marL="0" indent="0">
              <a:buFontTx/>
              <a:buNone/>
            </a:pPr>
            <a:r>
              <a:rPr lang="de-DE"/>
              <a:t>- </a:t>
            </a:r>
            <a:r>
              <a:rPr lang="de-DE" b="1"/>
              <a:t>Experiment</a:t>
            </a:r>
            <a:r>
              <a:rPr lang="de-DE"/>
              <a:t>: 2 Gruppen (gleiche Bedingungen, eine Variable (Ursache?) ist anders). Wenn Unterschiede in Ergebnissen -&gt; Variable = Ursache</a:t>
            </a:r>
          </a:p>
          <a:p>
            <a:pPr marL="171450" indent="-171450">
              <a:buFontTx/>
              <a:buChar char="-"/>
            </a:pPr>
            <a:r>
              <a:rPr lang="de-DE"/>
              <a:t>Domänenexperten</a:t>
            </a:r>
          </a:p>
          <a:p>
            <a:pPr marL="0" indent="0">
              <a:buFontTx/>
              <a:buNone/>
            </a:pPr>
            <a:endParaRPr lang="de-DE"/>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0172C793-634F-43F8-B052-6B25FAB69DD9}" type="datetime1">
              <a:rPr lang="de-DE" smtClean="0"/>
              <a:t>03.12.25</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893C3B6E-A07B-4A28-99D4-6009BE3068BA}" type="slidenum">
              <a:rPr lang="de-DE" smtClean="0"/>
              <a:pPr/>
              <a:t>20</a:t>
            </a:fld>
            <a:endParaRPr lang="de-DE"/>
          </a:p>
        </p:txBody>
      </p:sp>
    </p:spTree>
    <p:extLst>
      <p:ext uri="{BB962C8B-B14F-4D97-AF65-F5344CB8AC3E}">
        <p14:creationId xmlns:p14="http://schemas.microsoft.com/office/powerpoint/2010/main" val="2071788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45DBA-D00D-9540-A2D3-7BC30338155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EF1DE40-A646-D196-4CB0-FDD0E5B59761}"/>
              </a:ext>
            </a:extLst>
          </p:cNvPr>
          <p:cNvSpPr>
            <a:spLocks noGrp="1" noRot="1" noChangeAspect="1"/>
          </p:cNvSpPr>
          <p:nvPr>
            <p:ph type="sldImg"/>
          </p:nvPr>
        </p:nvSpPr>
        <p:spPr>
          <a:xfrm>
            <a:off x="495300" y="855663"/>
            <a:ext cx="6124575" cy="3444875"/>
          </a:xfrm>
        </p:spPr>
      </p:sp>
      <p:sp>
        <p:nvSpPr>
          <p:cNvPr id="3" name="Notizenplatzhalter 2">
            <a:extLst>
              <a:ext uri="{FF2B5EF4-FFF2-40B4-BE49-F238E27FC236}">
                <a16:creationId xmlns:a16="http://schemas.microsoft.com/office/drawing/2014/main" id="{810F13EA-5C80-DA89-9FEB-AE8377665C12}"/>
              </a:ext>
            </a:extLst>
          </p:cNvPr>
          <p:cNvSpPr>
            <a:spLocks noGrp="1"/>
          </p:cNvSpPr>
          <p:nvPr>
            <p:ph type="body" idx="1"/>
          </p:nvPr>
        </p:nvSpPr>
        <p:spPr/>
        <p:txBody>
          <a:bodyPr/>
          <a:lstStyle/>
          <a:p>
            <a:endParaRPr lang="de-DE"/>
          </a:p>
        </p:txBody>
      </p:sp>
      <p:sp>
        <p:nvSpPr>
          <p:cNvPr id="4" name="Kopfzeilenplatzhalter 3">
            <a:extLst>
              <a:ext uri="{FF2B5EF4-FFF2-40B4-BE49-F238E27FC236}">
                <a16:creationId xmlns:a16="http://schemas.microsoft.com/office/drawing/2014/main" id="{EBB073B4-31FB-3024-BA65-4C4298319D9E}"/>
              </a:ext>
            </a:extLst>
          </p:cNvPr>
          <p:cNvSpPr>
            <a:spLocks noGrp="1"/>
          </p:cNvSpPr>
          <p:nvPr>
            <p:ph type="hdr" sz="quarter"/>
          </p:nvPr>
        </p:nvSpPr>
        <p:spPr/>
        <p:txBody>
          <a:bodyPr/>
          <a:lstStyle/>
          <a:p>
            <a:endParaRPr lang="de-DE"/>
          </a:p>
        </p:txBody>
      </p:sp>
      <p:sp>
        <p:nvSpPr>
          <p:cNvPr id="5" name="Datumsplatzhalter 4">
            <a:extLst>
              <a:ext uri="{FF2B5EF4-FFF2-40B4-BE49-F238E27FC236}">
                <a16:creationId xmlns:a16="http://schemas.microsoft.com/office/drawing/2014/main" id="{072ED92B-8FC0-52E7-32CA-2BA13E05C1B3}"/>
              </a:ext>
            </a:extLst>
          </p:cNvPr>
          <p:cNvSpPr>
            <a:spLocks noGrp="1"/>
          </p:cNvSpPr>
          <p:nvPr>
            <p:ph type="dt" idx="1"/>
          </p:nvPr>
        </p:nvSpPr>
        <p:spPr/>
        <p:txBody>
          <a:bodyPr/>
          <a:lstStyle/>
          <a:p>
            <a:fld id="{699DEB01-4F77-4AF1-AA12-BF3F8F2FDE9C}" type="datetime1">
              <a:rPr lang="de-DE" smtClean="0"/>
              <a:t>03.12.25</a:t>
            </a:fld>
            <a:endParaRPr lang="de-DE"/>
          </a:p>
        </p:txBody>
      </p:sp>
      <p:sp>
        <p:nvSpPr>
          <p:cNvPr id="6" name="Fußzeilenplatzhalter 5">
            <a:extLst>
              <a:ext uri="{FF2B5EF4-FFF2-40B4-BE49-F238E27FC236}">
                <a16:creationId xmlns:a16="http://schemas.microsoft.com/office/drawing/2014/main" id="{B3407D1A-A446-45B8-A048-6011458538AC}"/>
              </a:ext>
            </a:extLst>
          </p:cNvPr>
          <p:cNvSpPr>
            <a:spLocks noGrp="1"/>
          </p:cNvSpPr>
          <p:nvPr>
            <p:ph type="ftr" sz="quarter" idx="4"/>
          </p:nvPr>
        </p:nvSpPr>
        <p:spPr/>
        <p:txBody>
          <a:bodyPr/>
          <a:lstStyle/>
          <a:p>
            <a:endParaRPr lang="de-DE"/>
          </a:p>
        </p:txBody>
      </p:sp>
      <p:sp>
        <p:nvSpPr>
          <p:cNvPr id="7" name="Foliennummernplatzhalter 6">
            <a:extLst>
              <a:ext uri="{FF2B5EF4-FFF2-40B4-BE49-F238E27FC236}">
                <a16:creationId xmlns:a16="http://schemas.microsoft.com/office/drawing/2014/main" id="{43EA00BF-DE96-26A9-168E-04CF7738B20D}"/>
              </a:ext>
            </a:extLst>
          </p:cNvPr>
          <p:cNvSpPr>
            <a:spLocks noGrp="1"/>
          </p:cNvSpPr>
          <p:nvPr>
            <p:ph type="sldNum" sz="quarter" idx="5"/>
          </p:nvPr>
        </p:nvSpPr>
        <p:spPr/>
        <p:txBody>
          <a:bodyPr/>
          <a:lstStyle/>
          <a:p>
            <a:fld id="{893C3B6E-A07B-4A28-99D4-6009BE3068BA}" type="slidenum">
              <a:rPr lang="de-DE" smtClean="0"/>
              <a:pPr/>
              <a:t>21</a:t>
            </a:fld>
            <a:endParaRPr lang="de-DE"/>
          </a:p>
        </p:txBody>
      </p:sp>
    </p:spTree>
    <p:extLst>
      <p:ext uri="{BB962C8B-B14F-4D97-AF65-F5344CB8AC3E}">
        <p14:creationId xmlns:p14="http://schemas.microsoft.com/office/powerpoint/2010/main" val="3371042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22</a:t>
            </a:fld>
            <a:endParaRPr lang="de-DE"/>
          </a:p>
        </p:txBody>
      </p:sp>
    </p:spTree>
    <p:extLst>
      <p:ext uri="{BB962C8B-B14F-4D97-AF65-F5344CB8AC3E}">
        <p14:creationId xmlns:p14="http://schemas.microsoft.com/office/powerpoint/2010/main" val="1552466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pPr marL="0" marR="0" lvl="0" indent="0" algn="l" defTabSz="975299" rtl="0" eaLnBrk="1" fontAlgn="auto" latinLnBrk="0" hangingPunct="1">
              <a:lnSpc>
                <a:spcPct val="100000"/>
              </a:lnSpc>
              <a:spcBef>
                <a:spcPts val="400"/>
              </a:spcBef>
              <a:spcAft>
                <a:spcPts val="400"/>
              </a:spcAft>
              <a:buClrTx/>
              <a:buSzTx/>
              <a:buFontTx/>
              <a:buNone/>
              <a:tabLst/>
              <a:defRPr/>
            </a:pPr>
            <a:r>
              <a:rPr lang="de-DE" sz="1200" kern="1200">
                <a:solidFill>
                  <a:schemeClr val="tx1"/>
                </a:solidFill>
                <a:effectLst/>
                <a:latin typeface="+mn-lt"/>
                <a:ea typeface="+mn-ea"/>
                <a:cs typeface="+mn-cs"/>
              </a:rPr>
              <a:t>The research area Human-centered Machine Learning (HCML) (Gillies et al. 2016) was initiated to foster integrated research that lies at the intersection of human and artificial intelligence. It aims at linking the capabilities of human perception with the capacity and performance of computers. Striving for better consideration of human goals, contexts, and ways of working when designing ML algorithms and corresponding interfaces, HCML shall lead to more useful and usable artificially intelligent systems (Gillies et al. 2016). </a:t>
            </a: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endParaRPr lang="de-DE"/>
          </a:p>
          <a:p>
            <a:pPr marL="0" marR="0" lvl="0" indent="0" algn="l" defTabSz="975299" rtl="0" eaLnBrk="1" fontAlgn="auto" latinLnBrk="0" hangingPunct="1">
              <a:lnSpc>
                <a:spcPct val="100000"/>
              </a:lnSpc>
              <a:spcBef>
                <a:spcPts val="400"/>
              </a:spcBef>
              <a:spcAft>
                <a:spcPts val="400"/>
              </a:spcAft>
              <a:buClrTx/>
              <a:buSzTx/>
              <a:buFontTx/>
              <a:buNone/>
              <a:tabLst/>
              <a:defRPr/>
            </a:pPr>
            <a:r>
              <a:rPr lang="de-DE"/>
              <a:t>Introduce model-agnostic XAI system here</a:t>
            </a:r>
          </a:p>
          <a:p>
            <a:endParaRPr lang="de-DE"/>
          </a:p>
        </p:txBody>
      </p:sp>
      <p:sp>
        <p:nvSpPr>
          <p:cNvPr id="4" name="Kopfzeilenplatzhalter 3"/>
          <p:cNvSpPr>
            <a:spLocks noGrp="1"/>
          </p:cNvSpPr>
          <p:nvPr>
            <p:ph type="hdr" sz="quarter"/>
          </p:nvPr>
        </p:nvSpPr>
        <p:spPr/>
        <p:txBody>
          <a:bodyPr/>
          <a:lstStyle/>
          <a:p>
            <a:endParaRPr lang="de-DE"/>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a:p>
        </p:txBody>
      </p:sp>
      <p:sp>
        <p:nvSpPr>
          <p:cNvPr id="7" name="Foliennummernplatzhalter 6"/>
          <p:cNvSpPr>
            <a:spLocks noGrp="1"/>
          </p:cNvSpPr>
          <p:nvPr>
            <p:ph type="sldNum" sz="quarter" idx="5"/>
          </p:nvPr>
        </p:nvSpPr>
        <p:spPr/>
        <p:txBody>
          <a:bodyPr/>
          <a:lstStyle/>
          <a:p>
            <a:fld id="{893C3B6E-A07B-4A28-99D4-6009BE3068BA}" type="slidenum">
              <a:rPr lang="de-DE" smtClean="0"/>
              <a:pPr/>
              <a:t>23</a:t>
            </a:fld>
            <a:endParaRPr lang="de-DE"/>
          </a:p>
        </p:txBody>
      </p:sp>
    </p:spTree>
    <p:extLst>
      <p:ext uri="{BB962C8B-B14F-4D97-AF65-F5344CB8AC3E}">
        <p14:creationId xmlns:p14="http://schemas.microsoft.com/office/powerpoint/2010/main" val="1262178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26</a:t>
            </a:fld>
            <a:endParaRPr lang="de-DE"/>
          </a:p>
        </p:txBody>
      </p:sp>
    </p:spTree>
    <p:extLst>
      <p:ext uri="{BB962C8B-B14F-4D97-AF65-F5344CB8AC3E}">
        <p14:creationId xmlns:p14="http://schemas.microsoft.com/office/powerpoint/2010/main" val="42284733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27</a:t>
            </a:fld>
            <a:endParaRPr lang="de-DE"/>
          </a:p>
        </p:txBody>
      </p:sp>
    </p:spTree>
    <p:extLst>
      <p:ext uri="{BB962C8B-B14F-4D97-AF65-F5344CB8AC3E}">
        <p14:creationId xmlns:p14="http://schemas.microsoft.com/office/powerpoint/2010/main" val="1859342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95300" y="855663"/>
            <a:ext cx="6124575" cy="3444875"/>
          </a:xfrm>
        </p:spPr>
      </p:sp>
      <p:sp>
        <p:nvSpPr>
          <p:cNvPr id="3" name="Notizenplatzhalter 2"/>
          <p:cNvSpPr>
            <a:spLocks noGrp="1"/>
          </p:cNvSpPr>
          <p:nvPr>
            <p:ph type="body" idx="1"/>
          </p:nvPr>
        </p:nvSpPr>
        <p:spPr/>
        <p:txBody>
          <a:bodyPr/>
          <a:lstStyle/>
          <a:p>
            <a:endParaRPr lang="de-DE"/>
          </a:p>
        </p:txBody>
      </p:sp>
      <p:sp>
        <p:nvSpPr>
          <p:cNvPr id="4" name="Kopfzeilenplatzhalter 3"/>
          <p:cNvSpPr>
            <a:spLocks noGrp="1"/>
          </p:cNvSpPr>
          <p:nvPr>
            <p:ph type="hdr" sz="quarter"/>
          </p:nvPr>
        </p:nvSpPr>
        <p:spPr/>
        <p:txBody>
          <a:bodyPr/>
          <a:lstStyle/>
          <a:p>
            <a:endParaRPr lang="de-DE" dirty="0"/>
          </a:p>
        </p:txBody>
      </p:sp>
      <p:sp>
        <p:nvSpPr>
          <p:cNvPr id="5" name="Datumsplatzhalter 4"/>
          <p:cNvSpPr>
            <a:spLocks noGrp="1"/>
          </p:cNvSpPr>
          <p:nvPr>
            <p:ph type="dt" idx="1"/>
          </p:nvPr>
        </p:nvSpPr>
        <p:spPr/>
        <p:txBody>
          <a:bodyPr/>
          <a:lstStyle/>
          <a:p>
            <a:fld id="{FDC70B9C-163A-49CB-B8CA-AED083E2E401}" type="datetime1">
              <a:rPr lang="de-DE" smtClean="0"/>
              <a:t>03.12.25</a:t>
            </a:fld>
            <a:endParaRPr lang="de-DE"/>
          </a:p>
        </p:txBody>
      </p:sp>
      <p:sp>
        <p:nvSpPr>
          <p:cNvPr id="6" name="Fußzeilenplatzhalter 5"/>
          <p:cNvSpPr>
            <a:spLocks noGrp="1"/>
          </p:cNvSpPr>
          <p:nvPr>
            <p:ph type="ftr" sz="quarter" idx="4"/>
          </p:nvPr>
        </p:nvSpPr>
        <p:spPr/>
        <p:txBody>
          <a:bodyPr/>
          <a:lstStyle/>
          <a:p>
            <a:endParaRPr lang="de-DE" dirty="0"/>
          </a:p>
        </p:txBody>
      </p:sp>
      <p:sp>
        <p:nvSpPr>
          <p:cNvPr id="7" name="Foliennummernplatzhalter 6"/>
          <p:cNvSpPr>
            <a:spLocks noGrp="1"/>
          </p:cNvSpPr>
          <p:nvPr>
            <p:ph type="sldNum" sz="quarter" idx="5"/>
          </p:nvPr>
        </p:nvSpPr>
        <p:spPr/>
        <p:txBody>
          <a:bodyPr/>
          <a:lstStyle/>
          <a:p>
            <a:fld id="{893C3B6E-A07B-4A28-99D4-6009BE3068BA}" type="slidenum">
              <a:rPr lang="de-DE" smtClean="0"/>
              <a:pPr/>
              <a:t>29</a:t>
            </a:fld>
            <a:endParaRPr lang="de-DE"/>
          </a:p>
        </p:txBody>
      </p:sp>
    </p:spTree>
    <p:extLst>
      <p:ext uri="{BB962C8B-B14F-4D97-AF65-F5344CB8AC3E}">
        <p14:creationId xmlns:p14="http://schemas.microsoft.com/office/powerpoint/2010/main" val="36646295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Bild">
    <p:bg>
      <p:bgPr>
        <a:solidFill>
          <a:srgbClr val="FBFBFA"/>
        </a:solidFill>
        <a:effectLst/>
      </p:bgPr>
    </p:bg>
    <p:spTree>
      <p:nvGrpSpPr>
        <p:cNvPr id="1" name=""/>
        <p:cNvGrpSpPr/>
        <p:nvPr/>
      </p:nvGrpSpPr>
      <p:grpSpPr>
        <a:xfrm>
          <a:off x="0" y="0"/>
          <a:ext cx="0" cy="0"/>
          <a:chOff x="0" y="0"/>
          <a:chExt cx="0" cy="0"/>
        </a:xfrm>
      </p:grpSpPr>
      <p:sp>
        <p:nvSpPr>
          <p:cNvPr id="20" name="Bildplatzhalter 8">
            <a:extLst>
              <a:ext uri="{FF2B5EF4-FFF2-40B4-BE49-F238E27FC236}">
                <a16:creationId xmlns:a16="http://schemas.microsoft.com/office/drawing/2014/main" id="{B2C0AAE8-22B0-45FC-84B9-7BEEBE3C1564}"/>
              </a:ext>
            </a:extLst>
          </p:cNvPr>
          <p:cNvSpPr>
            <a:spLocks noGrp="1"/>
          </p:cNvSpPr>
          <p:nvPr>
            <p:ph type="pic" sz="quarter" idx="18" hasCustomPrompt="1"/>
          </p:nvPr>
        </p:nvSpPr>
        <p:spPr bwMode="gray">
          <a:xfrm>
            <a:off x="0" y="0"/>
            <a:ext cx="13004800" cy="7315200"/>
          </a:xfrm>
          <a:prstGeom prst="rect">
            <a:avLst/>
          </a:prstGeom>
          <a:blipFill>
            <a:blip r:embed="rId2"/>
            <a:stretch>
              <a:fillRect/>
            </a:stretch>
          </a:blipFill>
        </p:spPr>
        <p:txBody>
          <a:bodyPr wrap="square" lIns="0" tIns="0" bIns="2232000" anchor="ctr">
            <a:noAutofit/>
          </a:bodyPr>
          <a:lstStyle>
            <a:lvl1pPr algn="ctr">
              <a:spcBef>
                <a:spcPts val="0"/>
              </a:spcBef>
              <a:spcAft>
                <a:spcPts val="0"/>
              </a:spcAft>
              <a:defRPr sz="1200"/>
            </a:lvl1pPr>
          </a:lstStyle>
          <a:p>
            <a:r>
              <a:rPr lang="de-DE" dirty="0"/>
              <a:t>Fügen Sie ein Bild über </a:t>
            </a:r>
            <a:br>
              <a:rPr lang="de-DE" dirty="0"/>
            </a:br>
            <a:r>
              <a:rPr lang="de-DE" dirty="0"/>
              <a:t>Klicken auf das Symbol ein. </a:t>
            </a:r>
            <a:br>
              <a:rPr lang="de-DE" dirty="0"/>
            </a:br>
            <a:br>
              <a:rPr lang="de-DE" dirty="0"/>
            </a:br>
            <a:r>
              <a:rPr lang="de-DE" dirty="0"/>
              <a:t>Alternativ kopieren Sie ein </a:t>
            </a:r>
            <a:br>
              <a:rPr lang="de-DE" dirty="0"/>
            </a:br>
            <a:r>
              <a:rPr lang="de-DE" dirty="0"/>
              <a:t>Bild in die Zwischenablage, </a:t>
            </a:r>
            <a:br>
              <a:rPr lang="de-DE" dirty="0"/>
            </a:br>
            <a:r>
              <a:rPr lang="de-DE" dirty="0"/>
              <a:t>wählen Sie den Platzhalter an </a:t>
            </a:r>
            <a:br>
              <a:rPr lang="de-DE" dirty="0"/>
            </a:br>
            <a:r>
              <a:rPr lang="de-DE" dirty="0"/>
              <a:t>und klicken Sie einfügen.</a:t>
            </a:r>
          </a:p>
        </p:txBody>
      </p:sp>
      <p:sp>
        <p:nvSpPr>
          <p:cNvPr id="7" name="Titel 6">
            <a:extLst>
              <a:ext uri="{FF2B5EF4-FFF2-40B4-BE49-F238E27FC236}">
                <a16:creationId xmlns:a16="http://schemas.microsoft.com/office/drawing/2014/main" id="{3C2D4733-5B9B-4698-978B-66355EC3BE70}"/>
              </a:ext>
            </a:extLst>
          </p:cNvPr>
          <p:cNvSpPr>
            <a:spLocks noGrp="1"/>
          </p:cNvSpPr>
          <p:nvPr>
            <p:ph type="title" hasCustomPrompt="1"/>
          </p:nvPr>
        </p:nvSpPr>
        <p:spPr bwMode="gray">
          <a:xfrm>
            <a:off x="885826" y="2289175"/>
            <a:ext cx="5184774" cy="2160588"/>
          </a:xfrm>
        </p:spPr>
        <p:txBody>
          <a:bodyPr tIns="0" anchor="b" anchorCtr="0"/>
          <a:lstStyle>
            <a:lvl1pPr>
              <a:defRPr sz="4000"/>
            </a:lvl1pPr>
            <a:lvl2pPr>
              <a:defRPr sz="4000"/>
            </a:lvl2pPr>
            <a:lvl3pPr>
              <a:defRPr sz="4000"/>
            </a:lvl3pPr>
            <a:lvl4pPr>
              <a:defRPr sz="4000"/>
            </a:lvl4pPr>
            <a:lvl5pPr>
              <a:defRPr sz="4000"/>
            </a:lvl5pPr>
            <a:lvl6pPr>
              <a:defRPr sz="4000"/>
            </a:lvl6pPr>
            <a:lvl7pPr>
              <a:defRPr sz="4000"/>
            </a:lvl7pPr>
            <a:lvl8pPr>
              <a:defRPr sz="4000"/>
            </a:lvl8pPr>
            <a:lvl9pPr>
              <a:defRPr sz="4000"/>
            </a:lvl9pPr>
          </a:lstStyle>
          <a:p>
            <a:pPr lvl="0"/>
            <a:r>
              <a:rPr lang="de-DE" sz="4000" dirty="0"/>
              <a:t>Ein Titel der </a:t>
            </a:r>
            <a:br>
              <a:rPr lang="de-DE" sz="4000" dirty="0"/>
            </a:br>
            <a:r>
              <a:rPr lang="de-DE" sz="4000" dirty="0"/>
              <a:t>über drei Zeilen </a:t>
            </a:r>
            <a:br>
              <a:rPr lang="de-DE" sz="4000" dirty="0"/>
            </a:br>
            <a:r>
              <a:rPr lang="de-DE" sz="4000" dirty="0"/>
              <a:t>laufen kann</a:t>
            </a:r>
            <a:endParaRPr lang="de-DE" dirty="0"/>
          </a:p>
        </p:txBody>
      </p:sp>
      <p:sp>
        <p:nvSpPr>
          <p:cNvPr id="3" name="Subtitle 2"/>
          <p:cNvSpPr>
            <a:spLocks noGrp="1"/>
          </p:cNvSpPr>
          <p:nvPr>
            <p:ph type="subTitle" idx="1" hasCustomPrompt="1"/>
          </p:nvPr>
        </p:nvSpPr>
        <p:spPr bwMode="gray">
          <a:xfrm>
            <a:off x="885825" y="4881563"/>
            <a:ext cx="3455988" cy="288000"/>
          </a:xfrm>
        </p:spPr>
        <p:txBody>
          <a:bodyPr wrap="none">
            <a:noAutofit/>
          </a:bodyPr>
          <a:lstStyle>
            <a:lvl1pPr marL="0" indent="0" algn="l">
              <a:spcBef>
                <a:spcPts val="0"/>
              </a:spcBef>
              <a:spcAft>
                <a:spcPts val="500"/>
              </a:spcAft>
              <a:buNone/>
              <a:defRPr sz="1600" b="1"/>
            </a:lvl1pPr>
            <a:lvl2pPr marL="0" indent="0" algn="l">
              <a:spcBef>
                <a:spcPts val="0"/>
              </a:spcBef>
              <a:spcAft>
                <a:spcPts val="500"/>
              </a:spcAft>
              <a:buNone/>
              <a:defRPr sz="1600" b="1"/>
            </a:lvl2pPr>
            <a:lvl3pPr marL="0" indent="0" algn="l">
              <a:spcBef>
                <a:spcPts val="0"/>
              </a:spcBef>
              <a:spcAft>
                <a:spcPts val="500"/>
              </a:spcAft>
              <a:buNone/>
              <a:defRPr sz="1600" b="1"/>
            </a:lvl3pPr>
            <a:lvl4pPr marL="0" indent="0" algn="l">
              <a:spcBef>
                <a:spcPts val="0"/>
              </a:spcBef>
              <a:spcAft>
                <a:spcPts val="500"/>
              </a:spcAft>
              <a:buNone/>
              <a:defRPr sz="1600" b="1"/>
            </a:lvl4pPr>
            <a:lvl5pPr marL="0" indent="0" algn="l">
              <a:spcBef>
                <a:spcPts val="0"/>
              </a:spcBef>
              <a:spcAft>
                <a:spcPts val="500"/>
              </a:spcAft>
              <a:buNone/>
              <a:defRPr sz="1600" b="1"/>
            </a:lvl5pPr>
            <a:lvl6pPr marL="0" indent="0" algn="l">
              <a:spcBef>
                <a:spcPts val="0"/>
              </a:spcBef>
              <a:spcAft>
                <a:spcPts val="500"/>
              </a:spcAft>
              <a:buNone/>
              <a:defRPr sz="1600" b="1"/>
            </a:lvl6pPr>
            <a:lvl7pPr marL="0" indent="0" algn="l">
              <a:spcBef>
                <a:spcPts val="0"/>
              </a:spcBef>
              <a:spcAft>
                <a:spcPts val="500"/>
              </a:spcAft>
              <a:buNone/>
              <a:defRPr sz="1600" b="1"/>
            </a:lvl7pPr>
            <a:lvl8pPr marL="0" indent="0" algn="l">
              <a:spcBef>
                <a:spcPts val="0"/>
              </a:spcBef>
              <a:spcAft>
                <a:spcPts val="500"/>
              </a:spcAft>
              <a:buNone/>
              <a:defRPr sz="1600" b="1">
                <a:solidFill>
                  <a:schemeClr val="tx1"/>
                </a:solidFill>
              </a:defRPr>
            </a:lvl8pPr>
            <a:lvl9pPr marL="0" indent="0" algn="l">
              <a:spcBef>
                <a:spcPts val="0"/>
              </a:spcBef>
              <a:spcAft>
                <a:spcPts val="500"/>
              </a:spcAft>
              <a:buNone/>
              <a:defRPr sz="1600" b="1">
                <a:solidFill>
                  <a:schemeClr val="tx1"/>
                </a:solidFill>
              </a:defRPr>
            </a:lvl9pPr>
          </a:lstStyle>
          <a:p>
            <a:pPr lvl="0"/>
            <a:r>
              <a:rPr lang="de-DE" dirty="0"/>
              <a:t>Vorname Nachname</a:t>
            </a:r>
          </a:p>
        </p:txBody>
      </p:sp>
      <p:sp>
        <p:nvSpPr>
          <p:cNvPr id="15" name="Textplatzhalter 2">
            <a:extLst>
              <a:ext uri="{FF2B5EF4-FFF2-40B4-BE49-F238E27FC236}">
                <a16:creationId xmlns:a16="http://schemas.microsoft.com/office/drawing/2014/main" id="{5342DDCB-E836-4239-BE0F-2A6BFA58FBD4}"/>
              </a:ext>
            </a:extLst>
          </p:cNvPr>
          <p:cNvSpPr>
            <a:spLocks noGrp="1"/>
          </p:cNvSpPr>
          <p:nvPr>
            <p:ph type="body" sz="quarter" idx="13" hasCustomPrompt="1"/>
          </p:nvPr>
        </p:nvSpPr>
        <p:spPr bwMode="gray">
          <a:xfrm>
            <a:off x="885824" y="5169563"/>
            <a:ext cx="3455988" cy="288000"/>
          </a:xfrm>
        </p:spPr>
        <p:txBody>
          <a:bodyPr/>
          <a:lstStyle>
            <a:lvl1pPr marL="0" indent="0">
              <a:spcBef>
                <a:spcPts val="0"/>
              </a:spcBef>
              <a:buFont typeface="Arial" panose="020B0604020202020204" pitchFamily="34" charset="0"/>
              <a:buNone/>
              <a:defRPr sz="1600" b="0">
                <a:solidFill>
                  <a:schemeClr val="tx1"/>
                </a:solidFill>
              </a:defRPr>
            </a:lvl1pPr>
            <a:lvl2pPr marL="0" indent="0">
              <a:spcBef>
                <a:spcPts val="0"/>
              </a:spcBef>
              <a:buFont typeface="Arial" panose="020B0604020202020204" pitchFamily="34" charset="0"/>
              <a:buNone/>
              <a:defRPr sz="1600" b="0">
                <a:solidFill>
                  <a:schemeClr val="tx1"/>
                </a:solidFill>
              </a:defRPr>
            </a:lvl2pPr>
            <a:lvl3pPr marL="0" indent="0">
              <a:spcBef>
                <a:spcPts val="0"/>
              </a:spcBef>
              <a:buNone/>
              <a:defRPr sz="1600" b="0">
                <a:solidFill>
                  <a:schemeClr val="tx1"/>
                </a:solidFill>
              </a:defRPr>
            </a:lvl3pPr>
            <a:lvl4pPr marL="0" indent="0">
              <a:spcBef>
                <a:spcPts val="0"/>
              </a:spcBef>
              <a:buNone/>
              <a:defRPr sz="1600" b="0">
                <a:solidFill>
                  <a:schemeClr val="tx1"/>
                </a:solidFill>
              </a:defRPr>
            </a:lvl4pPr>
            <a:lvl5pPr marL="0" indent="0">
              <a:spcBef>
                <a:spcPts val="0"/>
              </a:spcBef>
              <a:buNone/>
              <a:defRPr sz="1600" b="0">
                <a:solidFill>
                  <a:schemeClr val="tx1"/>
                </a:solidFill>
              </a:defRPr>
            </a:lvl5pPr>
            <a:lvl6pPr marL="0" indent="0">
              <a:spcBef>
                <a:spcPts val="0"/>
              </a:spcBef>
              <a:buFont typeface="Arial" panose="020B0604020202020204" pitchFamily="34" charset="0"/>
              <a:buNone/>
              <a:defRPr sz="1600" b="0">
                <a:solidFill>
                  <a:schemeClr val="tx1"/>
                </a:solidFill>
              </a:defRPr>
            </a:lvl6pPr>
            <a:lvl7pPr marL="0" indent="0">
              <a:spcBef>
                <a:spcPts val="0"/>
              </a:spcBef>
              <a:buFont typeface="Arial" panose="020B0604020202020204" pitchFamily="34" charset="0"/>
              <a:buNone/>
              <a:defRPr sz="1600" b="0">
                <a:solidFill>
                  <a:schemeClr val="tx1"/>
                </a:solidFill>
              </a:defRPr>
            </a:lvl7pPr>
            <a:lvl8pPr marL="0" indent="0">
              <a:spcBef>
                <a:spcPts val="0"/>
              </a:spcBef>
              <a:buFont typeface="Arial" panose="020B0604020202020204" pitchFamily="34" charset="0"/>
              <a:buNone/>
              <a:defRPr sz="1600" b="0">
                <a:solidFill>
                  <a:schemeClr val="tx1"/>
                </a:solidFill>
              </a:defRPr>
            </a:lvl8pPr>
            <a:lvl9pPr marL="0" indent="0">
              <a:spcBef>
                <a:spcPts val="0"/>
              </a:spcBef>
              <a:buFont typeface="Arial" panose="020B0604020202020204" pitchFamily="34" charset="0"/>
              <a:buNone/>
              <a:defRPr sz="1600" b="0">
                <a:solidFill>
                  <a:schemeClr val="tx1"/>
                </a:solidFill>
              </a:defRPr>
            </a:lvl9pPr>
          </a:lstStyle>
          <a:p>
            <a:pPr lvl="0"/>
            <a:r>
              <a:rPr lang="de-DE" dirty="0"/>
              <a:t>Abteilung/Team</a:t>
            </a:r>
          </a:p>
        </p:txBody>
      </p:sp>
      <p:sp>
        <p:nvSpPr>
          <p:cNvPr id="2" name="Datumsplatzhalter 1">
            <a:extLst>
              <a:ext uri="{FF2B5EF4-FFF2-40B4-BE49-F238E27FC236}">
                <a16:creationId xmlns:a16="http://schemas.microsoft.com/office/drawing/2014/main" id="{C7542F90-2CEE-4831-B728-AA0F3624C375}"/>
              </a:ext>
            </a:extLst>
          </p:cNvPr>
          <p:cNvSpPr>
            <a:spLocks noGrp="1"/>
          </p:cNvSpPr>
          <p:nvPr>
            <p:ph type="dt" sz="half" idx="15"/>
          </p:nvPr>
        </p:nvSpPr>
        <p:spPr bwMode="gray">
          <a:xfrm>
            <a:off x="885824" y="5532121"/>
            <a:ext cx="3455988" cy="273050"/>
          </a:xfrm>
          <a:prstGeom prst="rect">
            <a:avLst/>
          </a:prstGeom>
        </p:spPr>
        <p:txBody>
          <a:bodyPr/>
          <a:lstStyle>
            <a:lvl1pPr algn="l">
              <a:defRPr sz="1600">
                <a:solidFill>
                  <a:schemeClr val="tx1"/>
                </a:solidFill>
              </a:defRPr>
            </a:lvl1pPr>
            <a:lvl2pPr marL="0" indent="0">
              <a:defRPr sz="1600"/>
            </a:lvl2pPr>
            <a:lvl3pPr marL="0">
              <a:defRPr sz="1600"/>
            </a:lvl3pPr>
            <a:lvl4pPr marL="0">
              <a:defRPr sz="1600"/>
            </a:lvl4pPr>
            <a:lvl5pPr marL="0">
              <a:defRPr sz="1600"/>
            </a:lvl5pPr>
            <a:lvl6pPr marL="0">
              <a:defRPr sz="1600"/>
            </a:lvl6pPr>
            <a:lvl7pPr marL="0">
              <a:defRPr sz="1600"/>
            </a:lvl7pPr>
            <a:lvl8pPr marL="0">
              <a:defRPr sz="1600"/>
            </a:lvl8pPr>
            <a:lvl9pPr marL="0">
              <a:defRPr sz="1600"/>
            </a:lvl9pPr>
          </a:lstStyle>
          <a:p>
            <a:fld id="{E5050A7C-6DA5-4A8A-9BF9-84A67E0F2DD6}" type="datetime1">
              <a:rPr lang="de-DE" smtClean="0"/>
              <a:t>03.12.25</a:t>
            </a:fld>
            <a:endParaRPr lang="de-DE" dirty="0"/>
          </a:p>
        </p:txBody>
      </p:sp>
      <p:sp>
        <p:nvSpPr>
          <p:cNvPr id="17" name="Textplatzhalter 2">
            <a:extLst>
              <a:ext uri="{FF2B5EF4-FFF2-40B4-BE49-F238E27FC236}">
                <a16:creationId xmlns:a16="http://schemas.microsoft.com/office/drawing/2014/main" id="{10CC144B-93DE-44E1-A85E-79D8DB8630F6}"/>
              </a:ext>
            </a:extLst>
          </p:cNvPr>
          <p:cNvSpPr>
            <a:spLocks noGrp="1"/>
          </p:cNvSpPr>
          <p:nvPr>
            <p:ph type="body" sz="quarter" idx="14" hasCustomPrompt="1"/>
          </p:nvPr>
        </p:nvSpPr>
        <p:spPr bwMode="gray">
          <a:xfrm>
            <a:off x="885824" y="5805171"/>
            <a:ext cx="3455988" cy="288000"/>
          </a:xfrm>
        </p:spPr>
        <p:txBody>
          <a:bodyPr/>
          <a:lstStyle>
            <a:lvl1pPr marL="0" indent="0">
              <a:spcBef>
                <a:spcPts val="0"/>
              </a:spcBef>
              <a:buFont typeface="Arial" panose="020B0604020202020204" pitchFamily="34" charset="0"/>
              <a:buNone/>
              <a:defRPr sz="1600" b="0">
                <a:solidFill>
                  <a:schemeClr val="tx1"/>
                </a:solidFill>
              </a:defRPr>
            </a:lvl1pPr>
            <a:lvl2pPr marL="0" indent="0">
              <a:spcBef>
                <a:spcPts val="0"/>
              </a:spcBef>
              <a:buFont typeface="Arial" panose="020B0604020202020204" pitchFamily="34" charset="0"/>
              <a:buNone/>
              <a:defRPr sz="1600" b="0">
                <a:solidFill>
                  <a:schemeClr val="tx1"/>
                </a:solidFill>
              </a:defRPr>
            </a:lvl2pPr>
            <a:lvl3pPr marL="0" indent="0">
              <a:spcBef>
                <a:spcPts val="0"/>
              </a:spcBef>
              <a:buNone/>
              <a:defRPr sz="1600" b="0">
                <a:solidFill>
                  <a:schemeClr val="tx1"/>
                </a:solidFill>
              </a:defRPr>
            </a:lvl3pPr>
            <a:lvl4pPr marL="0" indent="0">
              <a:spcBef>
                <a:spcPts val="0"/>
              </a:spcBef>
              <a:buNone/>
              <a:defRPr sz="1600" b="0">
                <a:solidFill>
                  <a:schemeClr val="tx1"/>
                </a:solidFill>
              </a:defRPr>
            </a:lvl4pPr>
            <a:lvl5pPr marL="0" indent="0">
              <a:spcBef>
                <a:spcPts val="0"/>
              </a:spcBef>
              <a:buNone/>
              <a:defRPr sz="1600" b="0">
                <a:solidFill>
                  <a:schemeClr val="tx1"/>
                </a:solidFill>
              </a:defRPr>
            </a:lvl5pPr>
            <a:lvl6pPr marL="0" indent="0">
              <a:spcBef>
                <a:spcPts val="0"/>
              </a:spcBef>
              <a:buFont typeface="Arial" panose="020B0604020202020204" pitchFamily="34" charset="0"/>
              <a:buNone/>
              <a:defRPr sz="1600" b="0">
                <a:solidFill>
                  <a:schemeClr val="tx1"/>
                </a:solidFill>
              </a:defRPr>
            </a:lvl6pPr>
            <a:lvl7pPr marL="0" indent="0">
              <a:spcBef>
                <a:spcPts val="0"/>
              </a:spcBef>
              <a:buFont typeface="Arial" panose="020B0604020202020204" pitchFamily="34" charset="0"/>
              <a:buNone/>
              <a:defRPr sz="1600" b="0">
                <a:solidFill>
                  <a:schemeClr val="tx1"/>
                </a:solidFill>
              </a:defRPr>
            </a:lvl7pPr>
            <a:lvl8pPr marL="0" indent="0">
              <a:spcBef>
                <a:spcPts val="0"/>
              </a:spcBef>
              <a:buFont typeface="Arial" panose="020B0604020202020204" pitchFamily="34" charset="0"/>
              <a:buNone/>
              <a:defRPr sz="1600" b="0">
                <a:solidFill>
                  <a:schemeClr val="tx1"/>
                </a:solidFill>
              </a:defRPr>
            </a:lvl8pPr>
            <a:lvl9pPr marL="0" indent="0">
              <a:spcBef>
                <a:spcPts val="0"/>
              </a:spcBef>
              <a:buFont typeface="Arial" panose="020B0604020202020204" pitchFamily="34" charset="0"/>
              <a:buNone/>
              <a:defRPr sz="1600" b="0">
                <a:solidFill>
                  <a:schemeClr val="tx1"/>
                </a:solidFill>
              </a:defRPr>
            </a:lvl9pPr>
          </a:lstStyle>
          <a:p>
            <a:pPr lvl="0"/>
            <a:r>
              <a:rPr lang="de-DE" dirty="0"/>
              <a:t>Version XYZ (Optional)</a:t>
            </a:r>
          </a:p>
        </p:txBody>
      </p:sp>
      <p:sp>
        <p:nvSpPr>
          <p:cNvPr id="8" name="Fußzeilenplatzhalter 7">
            <a:extLst>
              <a:ext uri="{FF2B5EF4-FFF2-40B4-BE49-F238E27FC236}">
                <a16:creationId xmlns:a16="http://schemas.microsoft.com/office/drawing/2014/main" id="{2220A251-B43F-418B-882D-89E8B5CE801E}"/>
              </a:ext>
              <a:ext uri="{C183D7F6-B498-43B3-948B-1728B52AA6E4}">
                <adec:decorative xmlns:adec="http://schemas.microsoft.com/office/drawing/2017/decorative" val="1"/>
              </a:ext>
            </a:extLst>
          </p:cNvPr>
          <p:cNvSpPr>
            <a:spLocks noGrp="1"/>
          </p:cNvSpPr>
          <p:nvPr>
            <p:ph type="ftr" sz="quarter" idx="16"/>
          </p:nvPr>
        </p:nvSpPr>
        <p:spPr bwMode="gray">
          <a:xfrm>
            <a:off x="454026" y="7330150"/>
            <a:ext cx="4319588" cy="273050"/>
          </a:xfrm>
          <a:prstGeom prst="rect">
            <a:avLst/>
          </a:prstGeom>
        </p:spPr>
        <p:txBody>
          <a:bodyPr tIns="0"/>
          <a:lstStyle>
            <a:lvl1pPr>
              <a:defRPr>
                <a:noFill/>
              </a:defRPr>
            </a:lvl1pPr>
          </a:lstStyle>
          <a:p>
            <a:r>
              <a:rPr lang="de-DE"/>
              <a:t>Hier kann eine Fußzeile stehen</a:t>
            </a:r>
            <a:endParaRPr lang="de-DE" dirty="0"/>
          </a:p>
        </p:txBody>
      </p:sp>
      <p:sp>
        <p:nvSpPr>
          <p:cNvPr id="11" name="SmartArt-Platzhalter 15">
            <a:extLst>
              <a:ext uri="{FF2B5EF4-FFF2-40B4-BE49-F238E27FC236}">
                <a16:creationId xmlns:a16="http://schemas.microsoft.com/office/drawing/2014/main" id="{0556F2A0-576E-46D2-8824-30B44EF5794B}"/>
              </a:ext>
              <a:ext uri="{C183D7F6-B498-43B3-948B-1728B52AA6E4}">
                <adec:decorative xmlns:adec="http://schemas.microsoft.com/office/drawing/2017/decorative" val="1"/>
              </a:ext>
            </a:extLst>
          </p:cNvPr>
          <p:cNvSpPr>
            <a:spLocks noGrp="1"/>
          </p:cNvSpPr>
          <p:nvPr>
            <p:ph type="dgm" sz="quarter" idx="24" hasCustomPrompt="1"/>
          </p:nvPr>
        </p:nvSpPr>
        <p:spPr bwMode="gray">
          <a:xfrm>
            <a:off x="885825" y="994748"/>
            <a:ext cx="1085850" cy="1070493"/>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3"/>
            <a:stretch>
              <a:fillRect/>
            </a:stretch>
          </a:blipFill>
        </p:spPr>
        <p:txBody>
          <a:bodyPr wrap="square">
            <a:noAutofit/>
          </a:bodyPr>
          <a:lstStyle>
            <a:lvl1pPr>
              <a:defRPr sz="100">
                <a:noFill/>
              </a:defRPr>
            </a:lvl1pPr>
          </a:lstStyle>
          <a:p>
            <a:r>
              <a:rPr lang="de-DE"/>
              <a:t>t</a:t>
            </a:r>
            <a:endParaRPr lang="de-DE" dirty="0"/>
          </a:p>
        </p:txBody>
      </p:sp>
    </p:spTree>
    <p:extLst>
      <p:ext uri="{BB962C8B-B14F-4D97-AF65-F5344CB8AC3E}">
        <p14:creationId xmlns:p14="http://schemas.microsoft.com/office/powerpoint/2010/main" val="3414676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Verlauf">
    <p:bg>
      <p:bgPr>
        <a:solidFill>
          <a:srgbClr val="FBFBFA"/>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5874699E-5303-426C-AFA1-7BA2A2FB1F17}"/>
              </a:ext>
              <a:ext uri="{C183D7F6-B498-43B3-948B-1728B52AA6E4}">
                <adec:decorative xmlns:adec="http://schemas.microsoft.com/office/drawing/2017/decorative" val="1"/>
              </a:ext>
            </a:extLst>
          </p:cNvPr>
          <p:cNvSpPr/>
          <p:nvPr userDrawn="1"/>
        </p:nvSpPr>
        <p:spPr bwMode="gray">
          <a:xfrm>
            <a:off x="0" y="0"/>
            <a:ext cx="13004800" cy="7315200"/>
          </a:xfrm>
          <a:prstGeom prst="rect">
            <a:avLst/>
          </a:prstGeom>
          <a:gradFill>
            <a:gsLst>
              <a:gs pos="63000">
                <a:schemeClr val="bg2"/>
              </a:gs>
              <a:gs pos="100000">
                <a:srgbClr val="00B050"/>
              </a:gs>
              <a:gs pos="15000">
                <a:srgbClr val="00B050"/>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egoe UI" panose="020B0502040204020203" pitchFamily="34" charset="0"/>
            </a:endParaRPr>
          </a:p>
        </p:txBody>
      </p:sp>
      <p:sp>
        <p:nvSpPr>
          <p:cNvPr id="5" name="Footer Placeholder 4">
            <a:extLst>
              <a:ext uri="{C183D7F6-B498-43B3-948B-1728B52AA6E4}">
                <adec:decorative xmlns:adec="http://schemas.microsoft.com/office/drawing/2017/decorative" val="1"/>
              </a:ext>
            </a:extLst>
          </p:cNvPr>
          <p:cNvSpPr>
            <a:spLocks noGrp="1"/>
          </p:cNvSpPr>
          <p:nvPr>
            <p:ph type="ftr" sz="quarter" idx="11"/>
          </p:nvPr>
        </p:nvSpPr>
        <p:spPr bwMode="gray">
          <a:xfrm>
            <a:off x="454026" y="7315200"/>
            <a:ext cx="4319588" cy="273050"/>
          </a:xfrm>
          <a:prstGeom prst="rect">
            <a:avLst/>
          </a:prstGeom>
        </p:spPr>
        <p:txBody>
          <a:bodyPr tIns="0"/>
          <a:lstStyle>
            <a:lvl1pPr>
              <a:defRPr>
                <a:noFill/>
              </a:defRPr>
            </a:lvl1pPr>
          </a:lstStyle>
          <a:p>
            <a:r>
              <a:rPr lang="de-DE"/>
              <a:t>Hier kann eine Fußzeile stehen</a:t>
            </a:r>
          </a:p>
        </p:txBody>
      </p:sp>
      <p:sp>
        <p:nvSpPr>
          <p:cNvPr id="7" name="Titel 6">
            <a:extLst>
              <a:ext uri="{FF2B5EF4-FFF2-40B4-BE49-F238E27FC236}">
                <a16:creationId xmlns:a16="http://schemas.microsoft.com/office/drawing/2014/main" id="{3C2D4733-5B9B-4698-978B-66355EC3BE70}"/>
              </a:ext>
            </a:extLst>
          </p:cNvPr>
          <p:cNvSpPr>
            <a:spLocks noGrp="1"/>
          </p:cNvSpPr>
          <p:nvPr>
            <p:ph type="title" hasCustomPrompt="1"/>
          </p:nvPr>
        </p:nvSpPr>
        <p:spPr bwMode="gray">
          <a:xfrm>
            <a:off x="885825" y="2289175"/>
            <a:ext cx="5616575" cy="2160588"/>
          </a:xfrm>
        </p:spPr>
        <p:txBody>
          <a:bodyPr tIns="0" anchor="b" anchorCtr="0"/>
          <a:lstStyle>
            <a:lvl1pPr>
              <a:defRPr sz="4000">
                <a:solidFill>
                  <a:schemeClr val="bg1"/>
                </a:solidFill>
              </a:defRPr>
            </a:lvl1pPr>
            <a:lvl2pPr>
              <a:defRPr sz="4000">
                <a:solidFill>
                  <a:schemeClr val="bg1"/>
                </a:solidFill>
              </a:defRPr>
            </a:lvl2pPr>
            <a:lvl3pPr>
              <a:defRPr sz="4000">
                <a:solidFill>
                  <a:schemeClr val="bg1"/>
                </a:solidFill>
              </a:defRPr>
            </a:lvl3pPr>
            <a:lvl4pPr>
              <a:defRPr sz="4000">
                <a:solidFill>
                  <a:schemeClr val="bg1"/>
                </a:solidFill>
              </a:defRPr>
            </a:lvl4pPr>
            <a:lvl5pPr>
              <a:defRPr sz="4000">
                <a:solidFill>
                  <a:schemeClr val="bg1"/>
                </a:solidFill>
              </a:defRPr>
            </a:lvl5pPr>
            <a:lvl6pPr>
              <a:defRPr sz="4000">
                <a:solidFill>
                  <a:schemeClr val="bg1"/>
                </a:solidFill>
              </a:defRPr>
            </a:lvl6pPr>
            <a:lvl7pPr>
              <a:defRPr sz="4000">
                <a:solidFill>
                  <a:schemeClr val="bg1"/>
                </a:solidFill>
              </a:defRPr>
            </a:lvl7pPr>
            <a:lvl8pPr>
              <a:defRPr sz="4000">
                <a:solidFill>
                  <a:schemeClr val="bg1"/>
                </a:solidFill>
              </a:defRPr>
            </a:lvl8pPr>
            <a:lvl9pPr>
              <a:defRPr sz="4000">
                <a:solidFill>
                  <a:schemeClr val="bg1"/>
                </a:solidFill>
              </a:defRPr>
            </a:lvl9pPr>
          </a:lstStyle>
          <a:p>
            <a:pPr lvl="0"/>
            <a:r>
              <a:rPr lang="de-DE" sz="4000" dirty="0"/>
              <a:t>Ein Titel der </a:t>
            </a:r>
            <a:br>
              <a:rPr lang="de-DE" sz="4000" dirty="0"/>
            </a:br>
            <a:r>
              <a:rPr lang="de-DE" sz="4000" dirty="0"/>
              <a:t>über drei Zeilen </a:t>
            </a:r>
            <a:br>
              <a:rPr lang="de-DE" sz="4000" dirty="0"/>
            </a:br>
            <a:r>
              <a:rPr lang="de-DE" sz="4000" dirty="0"/>
              <a:t>laufen kann</a:t>
            </a:r>
            <a:endParaRPr lang="de-DE" dirty="0"/>
          </a:p>
        </p:txBody>
      </p:sp>
      <p:sp>
        <p:nvSpPr>
          <p:cNvPr id="16" name="Subtitle 2">
            <a:extLst>
              <a:ext uri="{FF2B5EF4-FFF2-40B4-BE49-F238E27FC236}">
                <a16:creationId xmlns:a16="http://schemas.microsoft.com/office/drawing/2014/main" id="{D2CBB13D-0881-40B8-B5A5-BE34FBF42B02}"/>
              </a:ext>
            </a:extLst>
          </p:cNvPr>
          <p:cNvSpPr>
            <a:spLocks noGrp="1"/>
          </p:cNvSpPr>
          <p:nvPr>
            <p:ph type="subTitle" idx="1" hasCustomPrompt="1"/>
          </p:nvPr>
        </p:nvSpPr>
        <p:spPr bwMode="gray">
          <a:xfrm>
            <a:off x="885824" y="4881563"/>
            <a:ext cx="5616575" cy="288000"/>
          </a:xfrm>
        </p:spPr>
        <p:txBody>
          <a:bodyPr wrap="none">
            <a:noAutofit/>
          </a:bodyPr>
          <a:lstStyle>
            <a:lvl1pPr marL="0" indent="0" algn="l">
              <a:spcBef>
                <a:spcPts val="0"/>
              </a:spcBef>
              <a:spcAft>
                <a:spcPts val="500"/>
              </a:spcAft>
              <a:buNone/>
              <a:defRPr sz="1600" b="1">
                <a:solidFill>
                  <a:schemeClr val="bg1"/>
                </a:solidFill>
              </a:defRPr>
            </a:lvl1pPr>
            <a:lvl2pPr marL="0" indent="0" algn="l">
              <a:spcBef>
                <a:spcPts val="0"/>
              </a:spcBef>
              <a:spcAft>
                <a:spcPts val="500"/>
              </a:spcAft>
              <a:buNone/>
              <a:defRPr sz="1600" b="1">
                <a:solidFill>
                  <a:schemeClr val="bg1"/>
                </a:solidFill>
              </a:defRPr>
            </a:lvl2pPr>
            <a:lvl3pPr marL="0" indent="0" algn="l">
              <a:spcBef>
                <a:spcPts val="0"/>
              </a:spcBef>
              <a:spcAft>
                <a:spcPts val="500"/>
              </a:spcAft>
              <a:buNone/>
              <a:defRPr sz="1600" b="1">
                <a:solidFill>
                  <a:schemeClr val="bg1"/>
                </a:solidFill>
              </a:defRPr>
            </a:lvl3pPr>
            <a:lvl4pPr marL="0" indent="0" algn="l">
              <a:spcBef>
                <a:spcPts val="0"/>
              </a:spcBef>
              <a:spcAft>
                <a:spcPts val="500"/>
              </a:spcAft>
              <a:buNone/>
              <a:defRPr sz="1600" b="1">
                <a:solidFill>
                  <a:schemeClr val="bg1"/>
                </a:solidFill>
              </a:defRPr>
            </a:lvl4pPr>
            <a:lvl5pPr marL="0" indent="0" algn="l">
              <a:spcBef>
                <a:spcPts val="0"/>
              </a:spcBef>
              <a:spcAft>
                <a:spcPts val="500"/>
              </a:spcAft>
              <a:buNone/>
              <a:defRPr sz="1600" b="1">
                <a:solidFill>
                  <a:schemeClr val="bg1"/>
                </a:solidFill>
              </a:defRPr>
            </a:lvl5pPr>
            <a:lvl6pPr marL="0" indent="0" algn="l">
              <a:spcBef>
                <a:spcPts val="0"/>
              </a:spcBef>
              <a:spcAft>
                <a:spcPts val="500"/>
              </a:spcAft>
              <a:buNone/>
              <a:defRPr sz="1600" b="1">
                <a:solidFill>
                  <a:schemeClr val="bg1"/>
                </a:solidFill>
              </a:defRPr>
            </a:lvl6pPr>
            <a:lvl7pPr marL="0" indent="0" algn="l">
              <a:spcBef>
                <a:spcPts val="0"/>
              </a:spcBef>
              <a:spcAft>
                <a:spcPts val="500"/>
              </a:spcAft>
              <a:buNone/>
              <a:defRPr sz="1600" b="1">
                <a:solidFill>
                  <a:schemeClr val="bg1"/>
                </a:solidFill>
              </a:defRPr>
            </a:lvl7pPr>
            <a:lvl8pPr marL="0" indent="0" algn="l">
              <a:spcBef>
                <a:spcPts val="0"/>
              </a:spcBef>
              <a:spcAft>
                <a:spcPts val="500"/>
              </a:spcAft>
              <a:buNone/>
              <a:defRPr sz="1600" b="1">
                <a:solidFill>
                  <a:schemeClr val="bg1"/>
                </a:solidFill>
              </a:defRPr>
            </a:lvl8pPr>
            <a:lvl9pPr marL="0" indent="0" algn="l">
              <a:spcBef>
                <a:spcPts val="0"/>
              </a:spcBef>
              <a:spcAft>
                <a:spcPts val="500"/>
              </a:spcAft>
              <a:buNone/>
              <a:defRPr sz="1600" b="1">
                <a:solidFill>
                  <a:schemeClr val="bg1"/>
                </a:solidFill>
              </a:defRPr>
            </a:lvl9pPr>
          </a:lstStyle>
          <a:p>
            <a:pPr lvl="0"/>
            <a:r>
              <a:rPr lang="de-DE" dirty="0"/>
              <a:t>Vorname Nachname</a:t>
            </a:r>
          </a:p>
        </p:txBody>
      </p:sp>
      <p:sp>
        <p:nvSpPr>
          <p:cNvPr id="3" name="Textplatzhalter 2">
            <a:extLst>
              <a:ext uri="{FF2B5EF4-FFF2-40B4-BE49-F238E27FC236}">
                <a16:creationId xmlns:a16="http://schemas.microsoft.com/office/drawing/2014/main" id="{671BD985-D4A6-40BF-93A3-9A2436B55DC4}"/>
              </a:ext>
            </a:extLst>
          </p:cNvPr>
          <p:cNvSpPr>
            <a:spLocks noGrp="1"/>
          </p:cNvSpPr>
          <p:nvPr>
            <p:ph type="body" sz="quarter" idx="13" hasCustomPrompt="1"/>
          </p:nvPr>
        </p:nvSpPr>
        <p:spPr bwMode="gray">
          <a:xfrm>
            <a:off x="885824" y="5169563"/>
            <a:ext cx="5616575" cy="288000"/>
          </a:xfrm>
        </p:spPr>
        <p:txBody>
          <a:bodyPr/>
          <a:lstStyle>
            <a:lvl1pPr marL="0" indent="0">
              <a:spcBef>
                <a:spcPts val="0"/>
              </a:spcBef>
              <a:buFont typeface="Arial" panose="020B0604020202020204" pitchFamily="34" charset="0"/>
              <a:buNone/>
              <a:defRPr sz="1600" b="0">
                <a:solidFill>
                  <a:schemeClr val="bg1"/>
                </a:solidFill>
              </a:defRPr>
            </a:lvl1pPr>
            <a:lvl2pPr marL="0" indent="0">
              <a:spcBef>
                <a:spcPts val="0"/>
              </a:spcBef>
              <a:buFont typeface="Arial" panose="020B0604020202020204" pitchFamily="34" charset="0"/>
              <a:buNone/>
              <a:defRPr sz="1600" b="0">
                <a:solidFill>
                  <a:schemeClr val="bg1"/>
                </a:solidFill>
              </a:defRPr>
            </a:lvl2pPr>
            <a:lvl3pPr marL="0" indent="0">
              <a:spcBef>
                <a:spcPts val="0"/>
              </a:spcBef>
              <a:buNone/>
              <a:defRPr sz="1600" b="0">
                <a:solidFill>
                  <a:schemeClr val="bg1"/>
                </a:solidFill>
              </a:defRPr>
            </a:lvl3pPr>
            <a:lvl4pPr marL="0" indent="0">
              <a:spcBef>
                <a:spcPts val="0"/>
              </a:spcBef>
              <a:buNone/>
              <a:defRPr sz="1600" b="0">
                <a:solidFill>
                  <a:schemeClr val="bg1"/>
                </a:solidFill>
              </a:defRPr>
            </a:lvl4pPr>
            <a:lvl5pPr marL="0" indent="0">
              <a:spcBef>
                <a:spcPts val="0"/>
              </a:spcBef>
              <a:buNone/>
              <a:defRPr sz="1600" b="0">
                <a:solidFill>
                  <a:schemeClr val="bg1"/>
                </a:solidFill>
              </a:defRPr>
            </a:lvl5pPr>
            <a:lvl6pPr marL="0" indent="0">
              <a:spcBef>
                <a:spcPts val="0"/>
              </a:spcBef>
              <a:buFont typeface="Arial" panose="020B0604020202020204" pitchFamily="34" charset="0"/>
              <a:buNone/>
              <a:defRPr sz="1600" b="0">
                <a:solidFill>
                  <a:schemeClr val="bg1"/>
                </a:solidFill>
              </a:defRPr>
            </a:lvl6pPr>
            <a:lvl7pPr marL="0" indent="0">
              <a:spcBef>
                <a:spcPts val="0"/>
              </a:spcBef>
              <a:buFont typeface="Arial" panose="020B0604020202020204" pitchFamily="34" charset="0"/>
              <a:buNone/>
              <a:defRPr sz="1600" b="0">
                <a:solidFill>
                  <a:schemeClr val="bg1"/>
                </a:solidFill>
              </a:defRPr>
            </a:lvl7pPr>
            <a:lvl8pPr marL="0" indent="0">
              <a:spcBef>
                <a:spcPts val="0"/>
              </a:spcBef>
              <a:buFont typeface="Arial" panose="020B0604020202020204" pitchFamily="34" charset="0"/>
              <a:buNone/>
              <a:defRPr sz="1600" b="0">
                <a:solidFill>
                  <a:schemeClr val="bg1"/>
                </a:solidFill>
              </a:defRPr>
            </a:lvl8pPr>
            <a:lvl9pPr marL="0" indent="0">
              <a:spcBef>
                <a:spcPts val="0"/>
              </a:spcBef>
              <a:buFont typeface="Arial" panose="020B0604020202020204" pitchFamily="34" charset="0"/>
              <a:buNone/>
              <a:defRPr sz="1600" b="0">
                <a:solidFill>
                  <a:schemeClr val="bg1"/>
                </a:solidFill>
              </a:defRPr>
            </a:lvl9pPr>
          </a:lstStyle>
          <a:p>
            <a:pPr lvl="0"/>
            <a:r>
              <a:rPr lang="de-DE" dirty="0"/>
              <a:t>Abteilung/Team</a:t>
            </a:r>
          </a:p>
        </p:txBody>
      </p:sp>
      <p:sp>
        <p:nvSpPr>
          <p:cNvPr id="20" name="Date Placeholder 3">
            <a:extLst>
              <a:ext uri="{FF2B5EF4-FFF2-40B4-BE49-F238E27FC236}">
                <a16:creationId xmlns:a16="http://schemas.microsoft.com/office/drawing/2014/main" id="{D06D821A-CCF3-463C-8C19-F9AD6A3FD3DF}"/>
              </a:ext>
            </a:extLst>
          </p:cNvPr>
          <p:cNvSpPr>
            <a:spLocks noGrp="1"/>
          </p:cNvSpPr>
          <p:nvPr>
            <p:ph type="dt" sz="half" idx="10"/>
          </p:nvPr>
        </p:nvSpPr>
        <p:spPr bwMode="gray">
          <a:xfrm>
            <a:off x="885825" y="5532121"/>
            <a:ext cx="5616575" cy="273050"/>
          </a:xfrm>
          <a:prstGeom prst="rect">
            <a:avLst/>
          </a:prstGeom>
        </p:spPr>
        <p:txBody>
          <a:bodyPr wrap="none">
            <a:noAutofit/>
          </a:bodyPr>
          <a:lstStyle>
            <a:lvl1pPr marL="0" indent="0" algn="l">
              <a:defRPr sz="1600">
                <a:solidFill>
                  <a:schemeClr val="bg1"/>
                </a:solidFill>
              </a:defRPr>
            </a:lvl1pPr>
            <a:lvl2pPr marL="0">
              <a:defRPr sz="1600">
                <a:solidFill>
                  <a:schemeClr val="bg1"/>
                </a:solidFill>
              </a:defRPr>
            </a:lvl2pPr>
            <a:lvl3pPr marL="0">
              <a:defRPr sz="1600">
                <a:solidFill>
                  <a:schemeClr val="bg1"/>
                </a:solidFill>
              </a:defRPr>
            </a:lvl3pPr>
            <a:lvl4pPr marL="0">
              <a:defRPr sz="1600">
                <a:solidFill>
                  <a:schemeClr val="bg1"/>
                </a:solidFill>
              </a:defRPr>
            </a:lvl4pPr>
            <a:lvl5pPr marL="0">
              <a:defRPr sz="1600">
                <a:solidFill>
                  <a:schemeClr val="bg1"/>
                </a:solidFill>
              </a:defRPr>
            </a:lvl5pPr>
            <a:lvl6pPr marL="0">
              <a:defRPr sz="1600">
                <a:solidFill>
                  <a:schemeClr val="bg1"/>
                </a:solidFill>
              </a:defRPr>
            </a:lvl6pPr>
            <a:lvl7pPr marL="0">
              <a:defRPr sz="1600">
                <a:solidFill>
                  <a:schemeClr val="bg1"/>
                </a:solidFill>
              </a:defRPr>
            </a:lvl7pPr>
            <a:lvl8pPr marL="0">
              <a:defRPr sz="1600">
                <a:solidFill>
                  <a:schemeClr val="bg1"/>
                </a:solidFill>
              </a:defRPr>
            </a:lvl8pPr>
            <a:lvl9pPr marL="0">
              <a:defRPr sz="1600">
                <a:solidFill>
                  <a:schemeClr val="bg1"/>
                </a:solidFill>
              </a:defRPr>
            </a:lvl9pPr>
          </a:lstStyle>
          <a:p>
            <a:fld id="{055871F4-8330-4B54-97EE-33E9C607AD19}" type="datetime1">
              <a:rPr lang="de-DE" smtClean="0"/>
              <a:t>03.12.25</a:t>
            </a:fld>
            <a:endParaRPr lang="de-DE" dirty="0"/>
          </a:p>
        </p:txBody>
      </p:sp>
      <p:sp>
        <p:nvSpPr>
          <p:cNvPr id="18" name="Textplatzhalter 2">
            <a:extLst>
              <a:ext uri="{FF2B5EF4-FFF2-40B4-BE49-F238E27FC236}">
                <a16:creationId xmlns:a16="http://schemas.microsoft.com/office/drawing/2014/main" id="{3D2153CA-FF4D-4B2A-A2B1-AB8177608BF0}"/>
              </a:ext>
            </a:extLst>
          </p:cNvPr>
          <p:cNvSpPr>
            <a:spLocks noGrp="1"/>
          </p:cNvSpPr>
          <p:nvPr>
            <p:ph type="body" sz="quarter" idx="14" hasCustomPrompt="1"/>
          </p:nvPr>
        </p:nvSpPr>
        <p:spPr bwMode="gray">
          <a:xfrm>
            <a:off x="885824" y="5805171"/>
            <a:ext cx="5616575" cy="288000"/>
          </a:xfrm>
        </p:spPr>
        <p:txBody>
          <a:bodyPr/>
          <a:lstStyle>
            <a:lvl1pPr marL="0" indent="0">
              <a:spcBef>
                <a:spcPts val="0"/>
              </a:spcBef>
              <a:buFont typeface="Arial" panose="020B0604020202020204" pitchFamily="34" charset="0"/>
              <a:buNone/>
              <a:defRPr sz="1600" b="0">
                <a:solidFill>
                  <a:schemeClr val="bg1"/>
                </a:solidFill>
              </a:defRPr>
            </a:lvl1pPr>
            <a:lvl2pPr marL="0" indent="0">
              <a:spcBef>
                <a:spcPts val="0"/>
              </a:spcBef>
              <a:buFont typeface="Arial" panose="020B0604020202020204" pitchFamily="34" charset="0"/>
              <a:buNone/>
              <a:defRPr sz="1600" b="0">
                <a:solidFill>
                  <a:schemeClr val="bg1"/>
                </a:solidFill>
              </a:defRPr>
            </a:lvl2pPr>
            <a:lvl3pPr marL="0" indent="0">
              <a:spcBef>
                <a:spcPts val="0"/>
              </a:spcBef>
              <a:buNone/>
              <a:defRPr sz="1600" b="0">
                <a:solidFill>
                  <a:schemeClr val="bg1"/>
                </a:solidFill>
              </a:defRPr>
            </a:lvl3pPr>
            <a:lvl4pPr marL="0" indent="0">
              <a:spcBef>
                <a:spcPts val="0"/>
              </a:spcBef>
              <a:buNone/>
              <a:defRPr sz="1600" b="0">
                <a:solidFill>
                  <a:schemeClr val="bg1"/>
                </a:solidFill>
              </a:defRPr>
            </a:lvl4pPr>
            <a:lvl5pPr marL="0" indent="0">
              <a:spcBef>
                <a:spcPts val="0"/>
              </a:spcBef>
              <a:buNone/>
              <a:defRPr sz="1600" b="0">
                <a:solidFill>
                  <a:schemeClr val="bg1"/>
                </a:solidFill>
              </a:defRPr>
            </a:lvl5pPr>
            <a:lvl6pPr marL="0" indent="0">
              <a:spcBef>
                <a:spcPts val="0"/>
              </a:spcBef>
              <a:buFont typeface="Arial" panose="020B0604020202020204" pitchFamily="34" charset="0"/>
              <a:buNone/>
              <a:defRPr sz="1600" b="0">
                <a:solidFill>
                  <a:schemeClr val="bg1"/>
                </a:solidFill>
              </a:defRPr>
            </a:lvl6pPr>
            <a:lvl7pPr marL="0" indent="0">
              <a:spcBef>
                <a:spcPts val="0"/>
              </a:spcBef>
              <a:buFont typeface="Arial" panose="020B0604020202020204" pitchFamily="34" charset="0"/>
              <a:buNone/>
              <a:defRPr sz="1600" b="0">
                <a:solidFill>
                  <a:schemeClr val="bg1"/>
                </a:solidFill>
              </a:defRPr>
            </a:lvl7pPr>
            <a:lvl8pPr marL="0" indent="0">
              <a:spcBef>
                <a:spcPts val="0"/>
              </a:spcBef>
              <a:buFont typeface="Arial" panose="020B0604020202020204" pitchFamily="34" charset="0"/>
              <a:buNone/>
              <a:defRPr sz="1600" b="0">
                <a:solidFill>
                  <a:schemeClr val="bg1"/>
                </a:solidFill>
              </a:defRPr>
            </a:lvl8pPr>
            <a:lvl9pPr marL="0" indent="0">
              <a:spcBef>
                <a:spcPts val="0"/>
              </a:spcBef>
              <a:buFont typeface="Arial" panose="020B0604020202020204" pitchFamily="34" charset="0"/>
              <a:buNone/>
              <a:defRPr sz="1600" b="0">
                <a:solidFill>
                  <a:schemeClr val="bg1"/>
                </a:solidFill>
              </a:defRPr>
            </a:lvl9pPr>
          </a:lstStyle>
          <a:p>
            <a:pPr lvl="0"/>
            <a:r>
              <a:rPr lang="de-DE" dirty="0"/>
              <a:t>Version XYZ (Optional)</a:t>
            </a:r>
          </a:p>
        </p:txBody>
      </p:sp>
    </p:spTree>
    <p:extLst>
      <p:ext uri="{BB962C8B-B14F-4D97-AF65-F5344CB8AC3E}">
        <p14:creationId xmlns:p14="http://schemas.microsoft.com/office/powerpoint/2010/main" val="943031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Störer Bild/Verlauf">
    <p:bg>
      <p:bgPr>
        <a:solidFill>
          <a:srgbClr val="FBFBFA"/>
        </a:solidFill>
        <a:effectLst/>
      </p:bgPr>
    </p:bg>
    <p:spTree>
      <p:nvGrpSpPr>
        <p:cNvPr id="1" name=""/>
        <p:cNvGrpSpPr/>
        <p:nvPr/>
      </p:nvGrpSpPr>
      <p:grpSpPr>
        <a:xfrm>
          <a:off x="0" y="0"/>
          <a:ext cx="0" cy="0"/>
          <a:chOff x="0" y="0"/>
          <a:chExt cx="0" cy="0"/>
        </a:xfrm>
      </p:grpSpPr>
      <p:sp>
        <p:nvSpPr>
          <p:cNvPr id="17" name="Rechteck 16">
            <a:extLst>
              <a:ext uri="{FF2B5EF4-FFF2-40B4-BE49-F238E27FC236}">
                <a16:creationId xmlns:a16="http://schemas.microsoft.com/office/drawing/2014/main" id="{4AB524EA-7A3B-4ED4-BFA0-3E51BF8AA26E}"/>
              </a:ext>
              <a:ext uri="{C183D7F6-B498-43B3-948B-1728B52AA6E4}">
                <adec:decorative xmlns:adec="http://schemas.microsoft.com/office/drawing/2017/decorative" val="1"/>
              </a:ext>
            </a:extLst>
          </p:cNvPr>
          <p:cNvSpPr/>
          <p:nvPr userDrawn="1"/>
        </p:nvSpPr>
        <p:spPr bwMode="gray">
          <a:xfrm>
            <a:off x="0" y="0"/>
            <a:ext cx="13004800" cy="7315200"/>
          </a:xfrm>
          <a:prstGeom prst="rect">
            <a:avLst/>
          </a:prstGeom>
          <a:solidFill>
            <a:srgbClr val="FBFBFA"/>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216000" indent="-216000" algn="l">
              <a:spcBef>
                <a:spcPts val="500"/>
              </a:spcBef>
              <a:spcAft>
                <a:spcPts val="500"/>
              </a:spcAft>
              <a:buFont typeface="Wingdings" panose="05000000000000000000" pitchFamily="2" charset="2"/>
              <a:buChar char="§"/>
            </a:pPr>
            <a:endParaRPr lang="de-DE" sz="1600" dirty="0" err="1"/>
          </a:p>
        </p:txBody>
      </p:sp>
      <p:sp>
        <p:nvSpPr>
          <p:cNvPr id="22" name="Bildplatzhalter 21">
            <a:extLst>
              <a:ext uri="{FF2B5EF4-FFF2-40B4-BE49-F238E27FC236}">
                <a16:creationId xmlns:a16="http://schemas.microsoft.com/office/drawing/2014/main" id="{61D79F31-9552-46BB-9D84-80F01748E24D}"/>
              </a:ext>
            </a:extLst>
          </p:cNvPr>
          <p:cNvSpPr>
            <a:spLocks noGrp="1"/>
          </p:cNvSpPr>
          <p:nvPr>
            <p:ph type="pic" sz="quarter" idx="14" hasCustomPrompt="1"/>
          </p:nvPr>
        </p:nvSpPr>
        <p:spPr bwMode="gray">
          <a:xfrm>
            <a:off x="0" y="0"/>
            <a:ext cx="13004800" cy="7315200"/>
          </a:xfrm>
          <a:custGeom>
            <a:avLst/>
            <a:gdLst>
              <a:gd name="connsiteX0" fmla="*/ 0 w 13004800"/>
              <a:gd name="connsiteY0" fmla="*/ 0 h 7315200"/>
              <a:gd name="connsiteX1" fmla="*/ 13004800 w 13004800"/>
              <a:gd name="connsiteY1" fmla="*/ 0 h 7315200"/>
              <a:gd name="connsiteX2" fmla="*/ 13004800 w 13004800"/>
              <a:gd name="connsiteY2" fmla="*/ 7315200 h 7315200"/>
              <a:gd name="connsiteX3" fmla="*/ 6070600 w 13004800"/>
              <a:gd name="connsiteY3" fmla="*/ 7315200 h 7315200"/>
              <a:gd name="connsiteX4" fmla="*/ 6070600 w 13004800"/>
              <a:gd name="connsiteY4" fmla="*/ 7310881 h 7315200"/>
              <a:gd name="connsiteX5" fmla="*/ 6071418 w 13004800"/>
              <a:gd name="connsiteY5" fmla="*/ 7310881 h 7315200"/>
              <a:gd name="connsiteX6" fmla="*/ 6071418 w 13004800"/>
              <a:gd name="connsiteY6" fmla="*/ 989456 h 7315200"/>
              <a:gd name="connsiteX7" fmla="*/ 885825 w 13004800"/>
              <a:gd name="connsiteY7" fmla="*/ 989456 h 7315200"/>
              <a:gd name="connsiteX8" fmla="*/ 885825 w 13004800"/>
              <a:gd name="connsiteY8" fmla="*/ 4125535 h 7315200"/>
              <a:gd name="connsiteX9" fmla="*/ 885825 w 13004800"/>
              <a:gd name="connsiteY9" fmla="*/ 7310881 h 7315200"/>
              <a:gd name="connsiteX10" fmla="*/ 885825 w 13004800"/>
              <a:gd name="connsiteY10" fmla="*/ 7315200 h 7315200"/>
              <a:gd name="connsiteX11" fmla="*/ 0 w 13004800"/>
              <a:gd name="connsiteY11" fmla="*/ 7315200 h 731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04800" h="7315200">
                <a:moveTo>
                  <a:pt x="0" y="0"/>
                </a:moveTo>
                <a:lnTo>
                  <a:pt x="13004800" y="0"/>
                </a:lnTo>
                <a:lnTo>
                  <a:pt x="13004800" y="7315200"/>
                </a:lnTo>
                <a:lnTo>
                  <a:pt x="6070600" y="7315200"/>
                </a:lnTo>
                <a:lnTo>
                  <a:pt x="6070600" y="7310881"/>
                </a:lnTo>
                <a:lnTo>
                  <a:pt x="6071418" y="7310881"/>
                </a:lnTo>
                <a:lnTo>
                  <a:pt x="6071418" y="989456"/>
                </a:lnTo>
                <a:lnTo>
                  <a:pt x="885825" y="989456"/>
                </a:lnTo>
                <a:lnTo>
                  <a:pt x="885825" y="4125535"/>
                </a:lnTo>
                <a:lnTo>
                  <a:pt x="885825" y="7310881"/>
                </a:lnTo>
                <a:lnTo>
                  <a:pt x="885825" y="7315200"/>
                </a:lnTo>
                <a:lnTo>
                  <a:pt x="0" y="7315200"/>
                </a:lnTo>
                <a:close/>
              </a:path>
            </a:pathLst>
          </a:custGeom>
          <a:gradFill>
            <a:gsLst>
              <a:gs pos="100000">
                <a:schemeClr val="tx2"/>
              </a:gs>
              <a:gs pos="15000">
                <a:schemeClr val="bg2"/>
              </a:gs>
            </a:gsLst>
            <a:lin ang="18600000" scaled="0"/>
          </a:gradFill>
        </p:spPr>
        <p:txBody>
          <a:bodyPr wrap="square" lIns="6948000" tIns="0" anchor="ctr">
            <a:noAutofit/>
          </a:bodyPr>
          <a:lstStyle>
            <a:lvl1pPr algn="l">
              <a:spcBef>
                <a:spcPts val="0"/>
              </a:spcBef>
              <a:spcAft>
                <a:spcPts val="0"/>
              </a:spcAft>
              <a:defRPr sz="1200">
                <a:solidFill>
                  <a:schemeClr val="bg1"/>
                </a:solidFill>
              </a:defRPr>
            </a:lvl1pPr>
          </a:lstStyle>
          <a:p>
            <a:r>
              <a:rPr lang="de-DE" dirty="0"/>
              <a:t>Fügen Sie ein Bild über Klicken 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bwMode="gray">
          <a:xfrm>
            <a:off x="11687175" y="7319518"/>
            <a:ext cx="863600" cy="273050"/>
          </a:xfrm>
        </p:spPr>
        <p:txBody>
          <a:bodyPr tIns="0"/>
          <a:lstStyle>
            <a:lvl1pPr>
              <a:defRPr>
                <a:noFill/>
              </a:defRPr>
            </a:lvl1pPr>
          </a:lstStyle>
          <a:p>
            <a:fld id="{D612FFA8-16F3-4D16-935C-858579C7B661}" type="slidenum">
              <a:rPr lang="de-DE" smtClean="0"/>
              <a:pPr/>
              <a:t>‹Nr.›</a:t>
            </a:fld>
            <a:endParaRPr lang="de-DE"/>
          </a:p>
        </p:txBody>
      </p:sp>
      <p:sp>
        <p:nvSpPr>
          <p:cNvPr id="5" name="Footer Placeholder 4">
            <a:extLst>
              <a:ext uri="{C183D7F6-B498-43B3-948B-1728B52AA6E4}">
                <adec:decorative xmlns:adec="http://schemas.microsoft.com/office/drawing/2017/decorative" val="1"/>
              </a:ext>
            </a:extLst>
          </p:cNvPr>
          <p:cNvSpPr>
            <a:spLocks noGrp="1"/>
          </p:cNvSpPr>
          <p:nvPr>
            <p:ph type="ftr" sz="quarter" idx="11"/>
          </p:nvPr>
        </p:nvSpPr>
        <p:spPr bwMode="gray">
          <a:xfrm>
            <a:off x="454026" y="7319518"/>
            <a:ext cx="4319588" cy="273050"/>
          </a:xfrm>
          <a:prstGeom prst="rect">
            <a:avLst/>
          </a:prstGeom>
        </p:spPr>
        <p:txBody>
          <a:bodyPr tIns="0"/>
          <a:lstStyle>
            <a:lvl1pPr>
              <a:defRPr>
                <a:noFill/>
              </a:defRPr>
            </a:lvl1pPr>
          </a:lstStyle>
          <a:p>
            <a:r>
              <a:rPr lang="de-DE"/>
              <a:t>Hier kann eine Fußzeile stehen</a:t>
            </a:r>
            <a:endParaRPr lang="de-DE" dirty="0"/>
          </a:p>
        </p:txBody>
      </p:sp>
      <p:sp>
        <p:nvSpPr>
          <p:cNvPr id="3" name="Titel 2">
            <a:extLst>
              <a:ext uri="{FF2B5EF4-FFF2-40B4-BE49-F238E27FC236}">
                <a16:creationId xmlns:a16="http://schemas.microsoft.com/office/drawing/2014/main" id="{23CBBDCD-8A9F-4FE5-9875-E8B2AAAEAA16}"/>
              </a:ext>
            </a:extLst>
          </p:cNvPr>
          <p:cNvSpPr>
            <a:spLocks noGrp="1"/>
          </p:cNvSpPr>
          <p:nvPr>
            <p:ph type="title" hasCustomPrompt="1"/>
          </p:nvPr>
        </p:nvSpPr>
        <p:spPr bwMode="gray">
          <a:xfrm>
            <a:off x="1317625" y="3157567"/>
            <a:ext cx="4320381" cy="1723996"/>
          </a:xfrm>
        </p:spPr>
        <p:txBody>
          <a:bodyPr tIns="0" bIns="252000" anchor="b" anchorCtr="0"/>
          <a:lstStyle>
            <a:lvl1pPr>
              <a:defRPr sz="3200">
                <a:gradFill>
                  <a:gsLst>
                    <a:gs pos="100000">
                      <a:schemeClr val="tx2"/>
                    </a:gs>
                    <a:gs pos="15000">
                      <a:schemeClr val="bg2"/>
                    </a:gs>
                  </a:gsLst>
                  <a:lin ang="18600000" scaled="0"/>
                </a:gradFill>
              </a:defRPr>
            </a:lvl1pPr>
            <a:lvl2pPr>
              <a:defRPr sz="3200">
                <a:gradFill>
                  <a:gsLst>
                    <a:gs pos="100000">
                      <a:schemeClr val="tx2"/>
                    </a:gs>
                    <a:gs pos="15000">
                      <a:schemeClr val="bg2"/>
                    </a:gs>
                  </a:gsLst>
                  <a:lin ang="18600000" scaled="0"/>
                </a:gradFill>
              </a:defRPr>
            </a:lvl2pPr>
            <a:lvl3pPr>
              <a:defRPr sz="3200">
                <a:gradFill>
                  <a:gsLst>
                    <a:gs pos="100000">
                      <a:schemeClr val="tx2"/>
                    </a:gs>
                    <a:gs pos="15000">
                      <a:schemeClr val="bg2"/>
                    </a:gs>
                  </a:gsLst>
                  <a:lin ang="18600000" scaled="0"/>
                </a:gradFill>
              </a:defRPr>
            </a:lvl3pPr>
            <a:lvl4pPr>
              <a:defRPr sz="3200">
                <a:gradFill>
                  <a:gsLst>
                    <a:gs pos="100000">
                      <a:schemeClr val="tx2"/>
                    </a:gs>
                    <a:gs pos="15000">
                      <a:schemeClr val="bg2"/>
                    </a:gs>
                  </a:gsLst>
                  <a:lin ang="18600000" scaled="0"/>
                </a:gradFill>
              </a:defRPr>
            </a:lvl4pPr>
            <a:lvl5pPr>
              <a:defRPr sz="3200">
                <a:gradFill>
                  <a:gsLst>
                    <a:gs pos="100000">
                      <a:schemeClr val="tx2"/>
                    </a:gs>
                    <a:gs pos="15000">
                      <a:schemeClr val="bg2"/>
                    </a:gs>
                  </a:gsLst>
                  <a:lin ang="18600000" scaled="0"/>
                </a:gradFill>
              </a:defRPr>
            </a:lvl5pPr>
            <a:lvl6pPr>
              <a:defRPr sz="3200">
                <a:gradFill>
                  <a:gsLst>
                    <a:gs pos="100000">
                      <a:schemeClr val="tx2"/>
                    </a:gs>
                    <a:gs pos="15000">
                      <a:schemeClr val="bg2"/>
                    </a:gs>
                  </a:gsLst>
                  <a:lin ang="18600000" scaled="0"/>
                </a:gradFill>
              </a:defRPr>
            </a:lvl6pPr>
            <a:lvl7pPr>
              <a:defRPr sz="3200">
                <a:gradFill>
                  <a:gsLst>
                    <a:gs pos="100000">
                      <a:schemeClr val="tx2"/>
                    </a:gs>
                    <a:gs pos="15000">
                      <a:schemeClr val="bg2"/>
                    </a:gs>
                  </a:gsLst>
                  <a:lin ang="18600000" scaled="0"/>
                </a:gradFill>
              </a:defRPr>
            </a:lvl7pPr>
            <a:lvl8pPr>
              <a:defRPr sz="3200">
                <a:gradFill>
                  <a:gsLst>
                    <a:gs pos="100000">
                      <a:schemeClr val="tx2"/>
                    </a:gs>
                    <a:gs pos="15000">
                      <a:schemeClr val="bg2"/>
                    </a:gs>
                  </a:gsLst>
                  <a:lin ang="18600000" scaled="0"/>
                </a:gradFill>
              </a:defRPr>
            </a:lvl8pPr>
            <a:lvl9pPr>
              <a:defRPr sz="3200">
                <a:gradFill>
                  <a:gsLst>
                    <a:gs pos="100000">
                      <a:schemeClr val="tx2"/>
                    </a:gs>
                    <a:gs pos="15000">
                      <a:schemeClr val="bg2"/>
                    </a:gs>
                  </a:gsLst>
                  <a:lin ang="18600000" scaled="0"/>
                </a:gradFill>
              </a:defRPr>
            </a:lvl9pPr>
          </a:lstStyle>
          <a:p>
            <a:pPr lvl="0"/>
            <a:r>
              <a:rPr lang="de-DE" sz="3200" dirty="0"/>
              <a:t>Ein Titel der </a:t>
            </a:r>
            <a:br>
              <a:rPr lang="de-DE" sz="3200" dirty="0"/>
            </a:br>
            <a:r>
              <a:rPr lang="de-DE" sz="3200" dirty="0"/>
              <a:t>über drei Zeilen laufen kann</a:t>
            </a:r>
            <a:endParaRPr lang="de-DE" dirty="0"/>
          </a:p>
        </p:txBody>
      </p:sp>
      <p:sp>
        <p:nvSpPr>
          <p:cNvPr id="10" name="Subtitle 2">
            <a:extLst>
              <a:ext uri="{FF2B5EF4-FFF2-40B4-BE49-F238E27FC236}">
                <a16:creationId xmlns:a16="http://schemas.microsoft.com/office/drawing/2014/main" id="{D9416AD6-0773-47AC-9704-725327AB0FED}"/>
              </a:ext>
            </a:extLst>
          </p:cNvPr>
          <p:cNvSpPr>
            <a:spLocks noGrp="1"/>
          </p:cNvSpPr>
          <p:nvPr>
            <p:ph type="subTitle" idx="1" hasCustomPrompt="1"/>
          </p:nvPr>
        </p:nvSpPr>
        <p:spPr bwMode="gray">
          <a:xfrm>
            <a:off x="1318418" y="4881563"/>
            <a:ext cx="4320381" cy="288000"/>
          </a:xfrm>
        </p:spPr>
        <p:txBody>
          <a:bodyPr/>
          <a:lstStyle>
            <a:lvl1pPr marL="0" indent="0" algn="l">
              <a:spcBef>
                <a:spcPts val="0"/>
              </a:spcBef>
              <a:spcAft>
                <a:spcPts val="500"/>
              </a:spcAft>
              <a:buNone/>
              <a:defRPr sz="1600" b="1"/>
            </a:lvl1pPr>
            <a:lvl2pPr marL="0" indent="0" algn="l">
              <a:spcBef>
                <a:spcPts val="0"/>
              </a:spcBef>
              <a:spcAft>
                <a:spcPts val="500"/>
              </a:spcAft>
              <a:buNone/>
              <a:defRPr sz="1600" b="1"/>
            </a:lvl2pPr>
            <a:lvl3pPr marL="0" indent="0" algn="l">
              <a:spcBef>
                <a:spcPts val="0"/>
              </a:spcBef>
              <a:spcAft>
                <a:spcPts val="500"/>
              </a:spcAft>
              <a:buNone/>
              <a:defRPr sz="1600" b="1"/>
            </a:lvl3pPr>
            <a:lvl4pPr marL="0" indent="0" algn="l">
              <a:spcBef>
                <a:spcPts val="0"/>
              </a:spcBef>
              <a:spcAft>
                <a:spcPts val="500"/>
              </a:spcAft>
              <a:buNone/>
              <a:defRPr sz="1600" b="1"/>
            </a:lvl4pPr>
            <a:lvl5pPr marL="0" indent="0" algn="l">
              <a:spcBef>
                <a:spcPts val="0"/>
              </a:spcBef>
              <a:spcAft>
                <a:spcPts val="500"/>
              </a:spcAft>
              <a:buNone/>
              <a:defRPr sz="1600" b="1"/>
            </a:lvl5pPr>
            <a:lvl6pPr marL="0" indent="0" algn="l">
              <a:spcBef>
                <a:spcPts val="0"/>
              </a:spcBef>
              <a:spcAft>
                <a:spcPts val="500"/>
              </a:spcAft>
              <a:buNone/>
              <a:defRPr sz="1600" b="1"/>
            </a:lvl6pPr>
            <a:lvl7pPr marL="0" indent="0" algn="l">
              <a:spcBef>
                <a:spcPts val="0"/>
              </a:spcBef>
              <a:spcAft>
                <a:spcPts val="500"/>
              </a:spcAft>
              <a:buNone/>
              <a:defRPr sz="1600" b="1"/>
            </a:lvl7pPr>
            <a:lvl8pPr marL="0" indent="0" algn="l">
              <a:spcBef>
                <a:spcPts val="0"/>
              </a:spcBef>
              <a:spcAft>
                <a:spcPts val="500"/>
              </a:spcAft>
              <a:buNone/>
              <a:defRPr sz="1600" b="1">
                <a:solidFill>
                  <a:schemeClr val="tx1"/>
                </a:solidFill>
              </a:defRPr>
            </a:lvl8pPr>
            <a:lvl9pPr marL="0" indent="0" algn="l">
              <a:spcBef>
                <a:spcPts val="0"/>
              </a:spcBef>
              <a:spcAft>
                <a:spcPts val="500"/>
              </a:spcAft>
              <a:buNone/>
              <a:defRPr sz="1600" b="1">
                <a:solidFill>
                  <a:schemeClr val="tx1"/>
                </a:solidFill>
              </a:defRPr>
            </a:lvl9pPr>
          </a:lstStyle>
          <a:p>
            <a:pPr lvl="0"/>
            <a:r>
              <a:rPr lang="de-DE" dirty="0"/>
              <a:t>Vorname Nachname</a:t>
            </a:r>
          </a:p>
        </p:txBody>
      </p:sp>
      <p:sp>
        <p:nvSpPr>
          <p:cNvPr id="11" name="Textplatzhalter 8">
            <a:extLst>
              <a:ext uri="{FF2B5EF4-FFF2-40B4-BE49-F238E27FC236}">
                <a16:creationId xmlns:a16="http://schemas.microsoft.com/office/drawing/2014/main" id="{AA8BA660-1D5F-4EA1-8372-8537D93E895F}"/>
              </a:ext>
            </a:extLst>
          </p:cNvPr>
          <p:cNvSpPr>
            <a:spLocks noGrp="1"/>
          </p:cNvSpPr>
          <p:nvPr>
            <p:ph type="body" sz="quarter" idx="13" hasCustomPrompt="1"/>
          </p:nvPr>
        </p:nvSpPr>
        <p:spPr bwMode="gray">
          <a:xfrm>
            <a:off x="1318418" y="5169563"/>
            <a:ext cx="4320381" cy="288000"/>
          </a:xfrm>
        </p:spPr>
        <p:txBody>
          <a:bodyPr/>
          <a:lstStyle>
            <a:lvl1pPr marL="0" indent="0">
              <a:spcBef>
                <a:spcPts val="0"/>
              </a:spcBef>
              <a:spcAft>
                <a:spcPts val="500"/>
              </a:spcAft>
              <a:buFont typeface="Arial" panose="020B0604020202020204" pitchFamily="34" charset="0"/>
              <a:buNone/>
              <a:defRPr sz="1600" b="0">
                <a:solidFill>
                  <a:schemeClr val="tx1"/>
                </a:solidFill>
              </a:defRPr>
            </a:lvl1pPr>
            <a:lvl2pPr marL="0" indent="0">
              <a:spcBef>
                <a:spcPts val="0"/>
              </a:spcBef>
              <a:spcAft>
                <a:spcPts val="500"/>
              </a:spcAft>
              <a:buFont typeface="Arial" panose="020B0604020202020204" pitchFamily="34" charset="0"/>
              <a:buNone/>
              <a:defRPr sz="1600" b="0">
                <a:solidFill>
                  <a:schemeClr val="tx1"/>
                </a:solidFill>
              </a:defRPr>
            </a:lvl2pPr>
            <a:lvl3pPr marL="0" indent="0">
              <a:spcBef>
                <a:spcPts val="0"/>
              </a:spcBef>
              <a:spcAft>
                <a:spcPts val="500"/>
              </a:spcAft>
              <a:buNone/>
              <a:defRPr sz="1600" b="0">
                <a:solidFill>
                  <a:schemeClr val="tx1"/>
                </a:solidFill>
              </a:defRPr>
            </a:lvl3pPr>
            <a:lvl4pPr marL="0" indent="0">
              <a:spcBef>
                <a:spcPts val="0"/>
              </a:spcBef>
              <a:spcAft>
                <a:spcPts val="500"/>
              </a:spcAft>
              <a:buNone/>
              <a:defRPr sz="1600" b="0">
                <a:solidFill>
                  <a:schemeClr val="tx1"/>
                </a:solidFill>
              </a:defRPr>
            </a:lvl4pPr>
            <a:lvl5pPr marL="0" indent="0">
              <a:spcBef>
                <a:spcPts val="0"/>
              </a:spcBef>
              <a:spcAft>
                <a:spcPts val="500"/>
              </a:spcAft>
              <a:buNone/>
              <a:defRPr sz="1600" b="0">
                <a:solidFill>
                  <a:schemeClr val="tx1"/>
                </a:solidFill>
              </a:defRPr>
            </a:lvl5pPr>
            <a:lvl6pPr marL="0" indent="0">
              <a:spcBef>
                <a:spcPts val="0"/>
              </a:spcBef>
              <a:spcAft>
                <a:spcPts val="500"/>
              </a:spcAft>
              <a:buFont typeface="Arial" panose="020B0604020202020204" pitchFamily="34" charset="0"/>
              <a:buNone/>
              <a:defRPr sz="1600" b="0">
                <a:solidFill>
                  <a:schemeClr val="tx1"/>
                </a:solidFill>
              </a:defRPr>
            </a:lvl6pPr>
            <a:lvl7pPr marL="0" indent="0">
              <a:spcBef>
                <a:spcPts val="0"/>
              </a:spcBef>
              <a:spcAft>
                <a:spcPts val="500"/>
              </a:spcAft>
              <a:buFont typeface="Arial" panose="020B0604020202020204" pitchFamily="34" charset="0"/>
              <a:buNone/>
              <a:defRPr sz="1600" b="0">
                <a:solidFill>
                  <a:schemeClr val="tx1"/>
                </a:solidFill>
              </a:defRPr>
            </a:lvl7pPr>
            <a:lvl8pPr marL="0" indent="0">
              <a:spcBef>
                <a:spcPts val="0"/>
              </a:spcBef>
              <a:spcAft>
                <a:spcPts val="500"/>
              </a:spcAft>
              <a:buFont typeface="Arial" panose="020B0604020202020204" pitchFamily="34" charset="0"/>
              <a:buNone/>
              <a:defRPr sz="1600" b="0">
                <a:solidFill>
                  <a:schemeClr val="tx1"/>
                </a:solidFill>
              </a:defRPr>
            </a:lvl8pPr>
            <a:lvl9pPr marL="0" indent="0">
              <a:spcBef>
                <a:spcPts val="0"/>
              </a:spcBef>
              <a:spcAft>
                <a:spcPts val="500"/>
              </a:spcAft>
              <a:buFont typeface="Arial" panose="020B0604020202020204" pitchFamily="34" charset="0"/>
              <a:buNone/>
              <a:defRPr sz="1600" b="0">
                <a:solidFill>
                  <a:schemeClr val="tx1"/>
                </a:solidFill>
              </a:defRPr>
            </a:lvl9pPr>
          </a:lstStyle>
          <a:p>
            <a:pPr lvl="0" defTabSz="975390">
              <a:spcBef>
                <a:spcPts val="427"/>
              </a:spcBef>
              <a:spcAft>
                <a:spcPts val="427"/>
              </a:spcAft>
            </a:pPr>
            <a:r>
              <a:rPr lang="de-DE" sz="1600" b="0" noProof="1">
                <a:solidFill>
                  <a:srgbClr val="000000"/>
                </a:solidFill>
                <a:latin typeface="Segoe UI" panose="020B0502040204020203" pitchFamily="34" charset="0"/>
              </a:rPr>
              <a:t>Abteilung/Team</a:t>
            </a:r>
          </a:p>
        </p:txBody>
      </p:sp>
      <p:sp>
        <p:nvSpPr>
          <p:cNvPr id="14" name="Date Placeholder 3">
            <a:extLst>
              <a:ext uri="{FF2B5EF4-FFF2-40B4-BE49-F238E27FC236}">
                <a16:creationId xmlns:a16="http://schemas.microsoft.com/office/drawing/2014/main" id="{F1CE5444-58EB-4D2D-8519-ABD85530DADD}"/>
              </a:ext>
            </a:extLst>
          </p:cNvPr>
          <p:cNvSpPr>
            <a:spLocks noGrp="1"/>
          </p:cNvSpPr>
          <p:nvPr>
            <p:ph type="dt" sz="half" idx="10"/>
          </p:nvPr>
        </p:nvSpPr>
        <p:spPr bwMode="gray">
          <a:xfrm>
            <a:off x="1318417" y="5532121"/>
            <a:ext cx="4320381" cy="273050"/>
          </a:xfrm>
          <a:prstGeom prst="rect">
            <a:avLst/>
          </a:prstGeom>
        </p:spPr>
        <p:txBody>
          <a:bodyPr wrap="none">
            <a:noAutofit/>
          </a:bodyPr>
          <a:lstStyle>
            <a:lvl1pPr marL="0" indent="0" algn="l">
              <a:defRPr sz="1600">
                <a:solidFill>
                  <a:schemeClr val="tx1"/>
                </a:solidFill>
              </a:defRPr>
            </a:lvl1pPr>
            <a:lvl2pPr marL="0">
              <a:defRPr sz="1600"/>
            </a:lvl2pPr>
            <a:lvl3pPr marL="0">
              <a:defRPr sz="1600"/>
            </a:lvl3pPr>
            <a:lvl4pPr marL="0">
              <a:defRPr sz="1600"/>
            </a:lvl4pPr>
            <a:lvl5pPr marL="0">
              <a:defRPr sz="1600"/>
            </a:lvl5pPr>
            <a:lvl6pPr marL="0">
              <a:defRPr sz="1600"/>
            </a:lvl6pPr>
            <a:lvl7pPr marL="0">
              <a:defRPr sz="1600"/>
            </a:lvl7pPr>
            <a:lvl8pPr marL="0">
              <a:defRPr sz="1600"/>
            </a:lvl8pPr>
            <a:lvl9pPr marL="0">
              <a:defRPr sz="1600"/>
            </a:lvl9pPr>
          </a:lstStyle>
          <a:p>
            <a:fld id="{DD8F6E23-73A7-4399-A604-9EF2F2D479C0}" type="datetime1">
              <a:rPr lang="de-DE" smtClean="0"/>
              <a:t>03.12.25</a:t>
            </a:fld>
            <a:endParaRPr lang="de-DE" dirty="0"/>
          </a:p>
        </p:txBody>
      </p:sp>
      <p:sp>
        <p:nvSpPr>
          <p:cNvPr id="13" name="Textplatzhalter 8">
            <a:extLst>
              <a:ext uri="{FF2B5EF4-FFF2-40B4-BE49-F238E27FC236}">
                <a16:creationId xmlns:a16="http://schemas.microsoft.com/office/drawing/2014/main" id="{16AFA2F9-3BE8-43F4-99D6-B6597D71A7F5}"/>
              </a:ext>
            </a:extLst>
          </p:cNvPr>
          <p:cNvSpPr>
            <a:spLocks noGrp="1"/>
          </p:cNvSpPr>
          <p:nvPr>
            <p:ph type="body" sz="quarter" idx="16" hasCustomPrompt="1"/>
          </p:nvPr>
        </p:nvSpPr>
        <p:spPr bwMode="gray">
          <a:xfrm>
            <a:off x="1318418" y="5805171"/>
            <a:ext cx="4320381" cy="288000"/>
          </a:xfrm>
        </p:spPr>
        <p:txBody>
          <a:bodyPr/>
          <a:lstStyle>
            <a:lvl1pPr marL="0" indent="0">
              <a:spcBef>
                <a:spcPts val="0"/>
              </a:spcBef>
              <a:spcAft>
                <a:spcPts val="500"/>
              </a:spcAft>
              <a:buFont typeface="Arial" panose="020B0604020202020204" pitchFamily="34" charset="0"/>
              <a:buNone/>
              <a:defRPr sz="1600" b="0">
                <a:solidFill>
                  <a:schemeClr val="tx1"/>
                </a:solidFill>
              </a:defRPr>
            </a:lvl1pPr>
            <a:lvl2pPr marL="0" indent="0">
              <a:spcBef>
                <a:spcPts val="0"/>
              </a:spcBef>
              <a:spcAft>
                <a:spcPts val="500"/>
              </a:spcAft>
              <a:buFont typeface="Arial" panose="020B0604020202020204" pitchFamily="34" charset="0"/>
              <a:buNone/>
              <a:defRPr sz="1600" b="0">
                <a:solidFill>
                  <a:schemeClr val="tx1"/>
                </a:solidFill>
              </a:defRPr>
            </a:lvl2pPr>
            <a:lvl3pPr marL="0" indent="0">
              <a:spcBef>
                <a:spcPts val="0"/>
              </a:spcBef>
              <a:spcAft>
                <a:spcPts val="500"/>
              </a:spcAft>
              <a:buNone/>
              <a:defRPr sz="1600" b="0">
                <a:solidFill>
                  <a:schemeClr val="tx1"/>
                </a:solidFill>
              </a:defRPr>
            </a:lvl3pPr>
            <a:lvl4pPr marL="0" indent="0">
              <a:spcBef>
                <a:spcPts val="0"/>
              </a:spcBef>
              <a:spcAft>
                <a:spcPts val="500"/>
              </a:spcAft>
              <a:buNone/>
              <a:defRPr sz="1600" b="0">
                <a:solidFill>
                  <a:schemeClr val="tx1"/>
                </a:solidFill>
              </a:defRPr>
            </a:lvl4pPr>
            <a:lvl5pPr marL="0" indent="0">
              <a:spcBef>
                <a:spcPts val="0"/>
              </a:spcBef>
              <a:spcAft>
                <a:spcPts val="500"/>
              </a:spcAft>
              <a:buNone/>
              <a:defRPr sz="1600" b="0">
                <a:solidFill>
                  <a:schemeClr val="tx1"/>
                </a:solidFill>
              </a:defRPr>
            </a:lvl5pPr>
            <a:lvl6pPr marL="0" indent="0">
              <a:spcBef>
                <a:spcPts val="0"/>
              </a:spcBef>
              <a:spcAft>
                <a:spcPts val="500"/>
              </a:spcAft>
              <a:buFont typeface="Arial" panose="020B0604020202020204" pitchFamily="34" charset="0"/>
              <a:buNone/>
              <a:defRPr sz="1600" b="0">
                <a:solidFill>
                  <a:schemeClr val="tx1"/>
                </a:solidFill>
              </a:defRPr>
            </a:lvl6pPr>
            <a:lvl7pPr marL="0" indent="0">
              <a:spcBef>
                <a:spcPts val="0"/>
              </a:spcBef>
              <a:spcAft>
                <a:spcPts val="500"/>
              </a:spcAft>
              <a:buFont typeface="Arial" panose="020B0604020202020204" pitchFamily="34" charset="0"/>
              <a:buNone/>
              <a:defRPr sz="1600" b="0">
                <a:solidFill>
                  <a:schemeClr val="tx1"/>
                </a:solidFill>
              </a:defRPr>
            </a:lvl7pPr>
            <a:lvl8pPr marL="0" indent="0">
              <a:spcBef>
                <a:spcPts val="0"/>
              </a:spcBef>
              <a:spcAft>
                <a:spcPts val="500"/>
              </a:spcAft>
              <a:buFont typeface="Arial" panose="020B0604020202020204" pitchFamily="34" charset="0"/>
              <a:buNone/>
              <a:defRPr sz="1600" b="0">
                <a:solidFill>
                  <a:schemeClr val="tx1"/>
                </a:solidFill>
              </a:defRPr>
            </a:lvl8pPr>
            <a:lvl9pPr marL="0" indent="0">
              <a:spcBef>
                <a:spcPts val="0"/>
              </a:spcBef>
              <a:spcAft>
                <a:spcPts val="500"/>
              </a:spcAft>
              <a:buFont typeface="Arial" panose="020B0604020202020204" pitchFamily="34" charset="0"/>
              <a:buNone/>
              <a:defRPr sz="1600" b="0">
                <a:solidFill>
                  <a:schemeClr val="tx1"/>
                </a:solidFill>
              </a:defRPr>
            </a:lvl9pPr>
          </a:lstStyle>
          <a:p>
            <a:pPr lvl="0" defTabSz="975390">
              <a:spcBef>
                <a:spcPts val="427"/>
              </a:spcBef>
              <a:spcAft>
                <a:spcPts val="427"/>
              </a:spcAft>
            </a:pPr>
            <a:r>
              <a:rPr lang="de-DE" sz="1600" b="0" noProof="1">
                <a:solidFill>
                  <a:srgbClr val="000000"/>
                </a:solidFill>
                <a:latin typeface="Segoe UI" panose="020B0502040204020203" pitchFamily="34" charset="0"/>
              </a:rPr>
              <a:t>Version XYZ (Optional)</a:t>
            </a:r>
          </a:p>
        </p:txBody>
      </p:sp>
      <p:grpSp>
        <p:nvGrpSpPr>
          <p:cNvPr id="12" name="Group 4">
            <a:extLst>
              <a:ext uri="{FF2B5EF4-FFF2-40B4-BE49-F238E27FC236}">
                <a16:creationId xmlns:a16="http://schemas.microsoft.com/office/drawing/2014/main" id="{16DCB894-B689-441D-B0A6-4BD306FC55B4}"/>
              </a:ext>
              <a:ext uri="{C183D7F6-B498-43B3-948B-1728B52AA6E4}">
                <adec:decorative xmlns:adec="http://schemas.microsoft.com/office/drawing/2017/decorative" val="1"/>
              </a:ext>
            </a:extLst>
          </p:cNvPr>
          <p:cNvGrpSpPr>
            <a:grpSpLocks noChangeAspect="1"/>
          </p:cNvGrpSpPr>
          <p:nvPr userDrawn="1"/>
        </p:nvGrpSpPr>
        <p:grpSpPr bwMode="gray">
          <a:xfrm>
            <a:off x="1317625" y="1425575"/>
            <a:ext cx="1085850" cy="1070493"/>
            <a:chOff x="1648" y="-1"/>
            <a:chExt cx="4384" cy="4322"/>
          </a:xfrm>
        </p:grpSpPr>
        <p:sp>
          <p:nvSpPr>
            <p:cNvPr id="15" name="Freeform 5">
              <a:extLst>
                <a:ext uri="{FF2B5EF4-FFF2-40B4-BE49-F238E27FC236}">
                  <a16:creationId xmlns:a16="http://schemas.microsoft.com/office/drawing/2014/main" id="{CCD7D9AF-894B-4FF8-A2AF-5EE816931EE3}"/>
                </a:ext>
              </a:extLst>
            </p:cNvPr>
            <p:cNvSpPr>
              <a:spLocks noEditPoints="1"/>
            </p:cNvSpPr>
            <p:nvPr/>
          </p:nvSpPr>
          <p:spPr bwMode="gray">
            <a:xfrm>
              <a:off x="1652" y="3320"/>
              <a:ext cx="4380" cy="1001"/>
            </a:xfrm>
            <a:custGeom>
              <a:avLst/>
              <a:gdLst>
                <a:gd name="T0" fmla="*/ 211 w 4466"/>
                <a:gd name="T1" fmla="*/ 848 h 1020"/>
                <a:gd name="T2" fmla="*/ 329 w 4466"/>
                <a:gd name="T3" fmla="*/ 848 h 1020"/>
                <a:gd name="T4" fmla="*/ 667 w 4466"/>
                <a:gd name="T5" fmla="*/ 510 h 1020"/>
                <a:gd name="T6" fmla="*/ 384 w 4466"/>
                <a:gd name="T7" fmla="*/ 173 h 1020"/>
                <a:gd name="T8" fmla="*/ 211 w 4466"/>
                <a:gd name="T9" fmla="*/ 173 h 1020"/>
                <a:gd name="T10" fmla="*/ 211 w 4466"/>
                <a:gd name="T11" fmla="*/ 848 h 1020"/>
                <a:gd name="T12" fmla="*/ 0 w 4466"/>
                <a:gd name="T13" fmla="*/ 0 h 1020"/>
                <a:gd name="T14" fmla="*/ 400 w 4466"/>
                <a:gd name="T15" fmla="*/ 0 h 1020"/>
                <a:gd name="T16" fmla="*/ 879 w 4466"/>
                <a:gd name="T17" fmla="*/ 518 h 1020"/>
                <a:gd name="T18" fmla="*/ 368 w 4466"/>
                <a:gd name="T19" fmla="*/ 1020 h 1020"/>
                <a:gd name="T20" fmla="*/ 0 w 4466"/>
                <a:gd name="T21" fmla="*/ 1020 h 1020"/>
                <a:gd name="T22" fmla="*/ 0 w 4466"/>
                <a:gd name="T23" fmla="*/ 0 h 1020"/>
                <a:gd name="T24" fmla="*/ 2692 w 4466"/>
                <a:gd name="T25" fmla="*/ 0 h 1020"/>
                <a:gd name="T26" fmla="*/ 3375 w 4466"/>
                <a:gd name="T27" fmla="*/ 0 h 1020"/>
                <a:gd name="T28" fmla="*/ 3375 w 4466"/>
                <a:gd name="T29" fmla="*/ 173 h 1020"/>
                <a:gd name="T30" fmla="*/ 2911 w 4466"/>
                <a:gd name="T31" fmla="*/ 173 h 1020"/>
                <a:gd name="T32" fmla="*/ 2911 w 4466"/>
                <a:gd name="T33" fmla="*/ 400 h 1020"/>
                <a:gd name="T34" fmla="*/ 3343 w 4466"/>
                <a:gd name="T35" fmla="*/ 400 h 1020"/>
                <a:gd name="T36" fmla="*/ 3343 w 4466"/>
                <a:gd name="T37" fmla="*/ 573 h 1020"/>
                <a:gd name="T38" fmla="*/ 2911 w 4466"/>
                <a:gd name="T39" fmla="*/ 573 h 1020"/>
                <a:gd name="T40" fmla="*/ 2911 w 4466"/>
                <a:gd name="T41" fmla="*/ 856 h 1020"/>
                <a:gd name="T42" fmla="*/ 3398 w 4466"/>
                <a:gd name="T43" fmla="*/ 856 h 1020"/>
                <a:gd name="T44" fmla="*/ 3398 w 4466"/>
                <a:gd name="T45" fmla="*/ 1020 h 1020"/>
                <a:gd name="T46" fmla="*/ 2692 w 4466"/>
                <a:gd name="T47" fmla="*/ 1020 h 1020"/>
                <a:gd name="T48" fmla="*/ 2692 w 4466"/>
                <a:gd name="T49" fmla="*/ 0 h 1020"/>
                <a:gd name="T50" fmla="*/ 1334 w 4466"/>
                <a:gd name="T51" fmla="*/ 1020 h 1020"/>
                <a:gd name="T52" fmla="*/ 1334 w 4466"/>
                <a:gd name="T53" fmla="*/ 856 h 1020"/>
                <a:gd name="T54" fmla="*/ 1616 w 4466"/>
                <a:gd name="T55" fmla="*/ 856 h 1020"/>
                <a:gd name="T56" fmla="*/ 1365 w 4466"/>
                <a:gd name="T57" fmla="*/ 212 h 1020"/>
                <a:gd name="T58" fmla="*/ 1059 w 4466"/>
                <a:gd name="T59" fmla="*/ 1020 h 1020"/>
                <a:gd name="T60" fmla="*/ 839 w 4466"/>
                <a:gd name="T61" fmla="*/ 1020 h 1020"/>
                <a:gd name="T62" fmla="*/ 1232 w 4466"/>
                <a:gd name="T63" fmla="*/ 0 h 1020"/>
                <a:gd name="T64" fmla="*/ 1499 w 4466"/>
                <a:gd name="T65" fmla="*/ 0 h 1020"/>
                <a:gd name="T66" fmla="*/ 1899 w 4466"/>
                <a:gd name="T67" fmla="*/ 1020 h 1020"/>
                <a:gd name="T68" fmla="*/ 1334 w 4466"/>
                <a:gd name="T69" fmla="*/ 1020 h 1020"/>
                <a:gd name="T70" fmla="*/ 1726 w 4466"/>
                <a:gd name="T71" fmla="*/ 173 h 1020"/>
                <a:gd name="T72" fmla="*/ 1726 w 4466"/>
                <a:gd name="T73" fmla="*/ 0 h 1020"/>
                <a:gd name="T74" fmla="*/ 2605 w 4466"/>
                <a:gd name="T75" fmla="*/ 0 h 1020"/>
                <a:gd name="T76" fmla="*/ 2605 w 4466"/>
                <a:gd name="T77" fmla="*/ 173 h 1020"/>
                <a:gd name="T78" fmla="*/ 2284 w 4466"/>
                <a:gd name="T79" fmla="*/ 173 h 1020"/>
                <a:gd name="T80" fmla="*/ 2284 w 4466"/>
                <a:gd name="T81" fmla="*/ 1020 h 1020"/>
                <a:gd name="T82" fmla="*/ 2056 w 4466"/>
                <a:gd name="T83" fmla="*/ 1020 h 1020"/>
                <a:gd name="T84" fmla="*/ 2056 w 4466"/>
                <a:gd name="T85" fmla="*/ 173 h 1020"/>
                <a:gd name="T86" fmla="*/ 1726 w 4466"/>
                <a:gd name="T87" fmla="*/ 173 h 1020"/>
                <a:gd name="T88" fmla="*/ 3924 w 4466"/>
                <a:gd name="T89" fmla="*/ 0 h 1020"/>
                <a:gd name="T90" fmla="*/ 3924 w 4466"/>
                <a:gd name="T91" fmla="*/ 173 h 1020"/>
                <a:gd name="T92" fmla="*/ 4183 w 4466"/>
                <a:gd name="T93" fmla="*/ 173 h 1020"/>
                <a:gd name="T94" fmla="*/ 3948 w 4466"/>
                <a:gd name="T95" fmla="*/ 793 h 1020"/>
                <a:gd name="T96" fmla="*/ 3657 w 4466"/>
                <a:gd name="T97" fmla="*/ 0 h 1020"/>
                <a:gd name="T98" fmla="*/ 3429 w 4466"/>
                <a:gd name="T99" fmla="*/ 0 h 1020"/>
                <a:gd name="T100" fmla="*/ 3830 w 4466"/>
                <a:gd name="T101" fmla="*/ 1020 h 1020"/>
                <a:gd name="T102" fmla="*/ 4073 w 4466"/>
                <a:gd name="T103" fmla="*/ 1020 h 1020"/>
                <a:gd name="T104" fmla="*/ 4466 w 4466"/>
                <a:gd name="T105" fmla="*/ 0 h 1020"/>
                <a:gd name="T106" fmla="*/ 3924 w 4466"/>
                <a:gd name="T107" fmla="*/ 0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66" h="1020">
                  <a:moveTo>
                    <a:pt x="211" y="848"/>
                  </a:moveTo>
                  <a:cubicBezTo>
                    <a:pt x="329" y="848"/>
                    <a:pt x="329" y="848"/>
                    <a:pt x="329" y="848"/>
                  </a:cubicBezTo>
                  <a:cubicBezTo>
                    <a:pt x="510" y="848"/>
                    <a:pt x="659" y="730"/>
                    <a:pt x="667" y="510"/>
                  </a:cubicBezTo>
                  <a:cubicBezTo>
                    <a:pt x="675" y="298"/>
                    <a:pt x="557" y="173"/>
                    <a:pt x="384" y="173"/>
                  </a:cubicBezTo>
                  <a:cubicBezTo>
                    <a:pt x="211" y="173"/>
                    <a:pt x="211" y="173"/>
                    <a:pt x="211" y="173"/>
                  </a:cubicBezTo>
                  <a:cubicBezTo>
                    <a:pt x="211" y="848"/>
                    <a:pt x="211" y="848"/>
                    <a:pt x="211" y="848"/>
                  </a:cubicBezTo>
                  <a:close/>
                  <a:moveTo>
                    <a:pt x="0" y="0"/>
                  </a:moveTo>
                  <a:cubicBezTo>
                    <a:pt x="400" y="0"/>
                    <a:pt x="400" y="0"/>
                    <a:pt x="400" y="0"/>
                  </a:cubicBezTo>
                  <a:cubicBezTo>
                    <a:pt x="675" y="0"/>
                    <a:pt x="871" y="204"/>
                    <a:pt x="879" y="518"/>
                  </a:cubicBezTo>
                  <a:cubicBezTo>
                    <a:pt x="879" y="801"/>
                    <a:pt x="643" y="1020"/>
                    <a:pt x="368" y="1020"/>
                  </a:cubicBezTo>
                  <a:cubicBezTo>
                    <a:pt x="0" y="1020"/>
                    <a:pt x="0" y="1020"/>
                    <a:pt x="0" y="1020"/>
                  </a:cubicBezTo>
                  <a:cubicBezTo>
                    <a:pt x="0" y="0"/>
                    <a:pt x="0" y="0"/>
                    <a:pt x="0" y="0"/>
                  </a:cubicBezTo>
                  <a:close/>
                  <a:moveTo>
                    <a:pt x="2692" y="0"/>
                  </a:moveTo>
                  <a:cubicBezTo>
                    <a:pt x="3375" y="0"/>
                    <a:pt x="3375" y="0"/>
                    <a:pt x="3375" y="0"/>
                  </a:cubicBezTo>
                  <a:cubicBezTo>
                    <a:pt x="3375" y="173"/>
                    <a:pt x="3375" y="173"/>
                    <a:pt x="3375" y="173"/>
                  </a:cubicBezTo>
                  <a:cubicBezTo>
                    <a:pt x="2911" y="173"/>
                    <a:pt x="2911" y="173"/>
                    <a:pt x="2911" y="173"/>
                  </a:cubicBezTo>
                  <a:cubicBezTo>
                    <a:pt x="2911" y="400"/>
                    <a:pt x="2911" y="400"/>
                    <a:pt x="2911" y="400"/>
                  </a:cubicBezTo>
                  <a:cubicBezTo>
                    <a:pt x="3343" y="400"/>
                    <a:pt x="3343" y="400"/>
                    <a:pt x="3343" y="400"/>
                  </a:cubicBezTo>
                  <a:cubicBezTo>
                    <a:pt x="3343" y="573"/>
                    <a:pt x="3343" y="573"/>
                    <a:pt x="3343" y="573"/>
                  </a:cubicBezTo>
                  <a:cubicBezTo>
                    <a:pt x="2911" y="573"/>
                    <a:pt x="2911" y="573"/>
                    <a:pt x="2911" y="573"/>
                  </a:cubicBezTo>
                  <a:cubicBezTo>
                    <a:pt x="2911" y="856"/>
                    <a:pt x="2911" y="856"/>
                    <a:pt x="2911" y="856"/>
                  </a:cubicBezTo>
                  <a:cubicBezTo>
                    <a:pt x="3398" y="856"/>
                    <a:pt x="3398" y="856"/>
                    <a:pt x="3398" y="856"/>
                  </a:cubicBezTo>
                  <a:cubicBezTo>
                    <a:pt x="3398" y="1020"/>
                    <a:pt x="3398" y="1020"/>
                    <a:pt x="3398" y="1020"/>
                  </a:cubicBezTo>
                  <a:cubicBezTo>
                    <a:pt x="2692" y="1020"/>
                    <a:pt x="2692" y="1020"/>
                    <a:pt x="2692" y="1020"/>
                  </a:cubicBezTo>
                  <a:cubicBezTo>
                    <a:pt x="2692" y="0"/>
                    <a:pt x="2692" y="0"/>
                    <a:pt x="2692" y="0"/>
                  </a:cubicBezTo>
                  <a:close/>
                  <a:moveTo>
                    <a:pt x="1334" y="1020"/>
                  </a:moveTo>
                  <a:cubicBezTo>
                    <a:pt x="1334" y="856"/>
                    <a:pt x="1334" y="856"/>
                    <a:pt x="1334" y="856"/>
                  </a:cubicBezTo>
                  <a:cubicBezTo>
                    <a:pt x="1616" y="856"/>
                    <a:pt x="1616" y="856"/>
                    <a:pt x="1616" y="856"/>
                  </a:cubicBezTo>
                  <a:cubicBezTo>
                    <a:pt x="1365" y="212"/>
                    <a:pt x="1365" y="212"/>
                    <a:pt x="1365" y="212"/>
                  </a:cubicBezTo>
                  <a:cubicBezTo>
                    <a:pt x="1059" y="1020"/>
                    <a:pt x="1059" y="1020"/>
                    <a:pt x="1059" y="1020"/>
                  </a:cubicBezTo>
                  <a:cubicBezTo>
                    <a:pt x="839" y="1020"/>
                    <a:pt x="839" y="1020"/>
                    <a:pt x="839" y="1020"/>
                  </a:cubicBezTo>
                  <a:cubicBezTo>
                    <a:pt x="1232" y="0"/>
                    <a:pt x="1232" y="0"/>
                    <a:pt x="1232" y="0"/>
                  </a:cubicBezTo>
                  <a:cubicBezTo>
                    <a:pt x="1499" y="0"/>
                    <a:pt x="1499" y="0"/>
                    <a:pt x="1499" y="0"/>
                  </a:cubicBezTo>
                  <a:cubicBezTo>
                    <a:pt x="1899" y="1020"/>
                    <a:pt x="1899" y="1020"/>
                    <a:pt x="1899" y="1020"/>
                  </a:cubicBezTo>
                  <a:cubicBezTo>
                    <a:pt x="1334" y="1020"/>
                    <a:pt x="1334" y="1020"/>
                    <a:pt x="1334" y="1020"/>
                  </a:cubicBezTo>
                  <a:close/>
                  <a:moveTo>
                    <a:pt x="1726" y="173"/>
                  </a:moveTo>
                  <a:cubicBezTo>
                    <a:pt x="1726" y="0"/>
                    <a:pt x="1726" y="0"/>
                    <a:pt x="1726" y="0"/>
                  </a:cubicBezTo>
                  <a:cubicBezTo>
                    <a:pt x="2605" y="0"/>
                    <a:pt x="2605" y="0"/>
                    <a:pt x="2605" y="0"/>
                  </a:cubicBezTo>
                  <a:cubicBezTo>
                    <a:pt x="2605" y="173"/>
                    <a:pt x="2605" y="173"/>
                    <a:pt x="2605" y="173"/>
                  </a:cubicBezTo>
                  <a:cubicBezTo>
                    <a:pt x="2284" y="173"/>
                    <a:pt x="2284" y="173"/>
                    <a:pt x="2284" y="173"/>
                  </a:cubicBezTo>
                  <a:cubicBezTo>
                    <a:pt x="2284" y="1020"/>
                    <a:pt x="2284" y="1020"/>
                    <a:pt x="2284" y="1020"/>
                  </a:cubicBezTo>
                  <a:cubicBezTo>
                    <a:pt x="2056" y="1020"/>
                    <a:pt x="2056" y="1020"/>
                    <a:pt x="2056" y="1020"/>
                  </a:cubicBezTo>
                  <a:cubicBezTo>
                    <a:pt x="2056" y="173"/>
                    <a:pt x="2056" y="173"/>
                    <a:pt x="2056" y="173"/>
                  </a:cubicBezTo>
                  <a:cubicBezTo>
                    <a:pt x="1726" y="173"/>
                    <a:pt x="1726" y="173"/>
                    <a:pt x="1726" y="173"/>
                  </a:cubicBezTo>
                  <a:close/>
                  <a:moveTo>
                    <a:pt x="3924" y="0"/>
                  </a:moveTo>
                  <a:cubicBezTo>
                    <a:pt x="3924" y="173"/>
                    <a:pt x="3924" y="173"/>
                    <a:pt x="3924" y="173"/>
                  </a:cubicBezTo>
                  <a:cubicBezTo>
                    <a:pt x="4183" y="173"/>
                    <a:pt x="4183" y="173"/>
                    <a:pt x="4183" y="173"/>
                  </a:cubicBezTo>
                  <a:cubicBezTo>
                    <a:pt x="3948" y="793"/>
                    <a:pt x="3948" y="793"/>
                    <a:pt x="3948" y="793"/>
                  </a:cubicBezTo>
                  <a:cubicBezTo>
                    <a:pt x="3657" y="0"/>
                    <a:pt x="3657" y="0"/>
                    <a:pt x="3657" y="0"/>
                  </a:cubicBezTo>
                  <a:cubicBezTo>
                    <a:pt x="3429" y="0"/>
                    <a:pt x="3429" y="0"/>
                    <a:pt x="3429" y="0"/>
                  </a:cubicBezTo>
                  <a:cubicBezTo>
                    <a:pt x="3830" y="1020"/>
                    <a:pt x="3830" y="1020"/>
                    <a:pt x="3830" y="1020"/>
                  </a:cubicBezTo>
                  <a:cubicBezTo>
                    <a:pt x="4073" y="1020"/>
                    <a:pt x="4073" y="1020"/>
                    <a:pt x="4073" y="1020"/>
                  </a:cubicBezTo>
                  <a:cubicBezTo>
                    <a:pt x="4466" y="0"/>
                    <a:pt x="4466" y="0"/>
                    <a:pt x="4466" y="0"/>
                  </a:cubicBezTo>
                  <a:cubicBezTo>
                    <a:pt x="3924" y="0"/>
                    <a:pt x="3924" y="0"/>
                    <a:pt x="3924" y="0"/>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7536" tIns="48768" rIns="97536" bIns="48768" numCol="1" anchor="t" anchorCtr="0" compatLnSpc="1">
              <a:prstTxWarp prst="textNoShape">
                <a:avLst/>
              </a:prstTxWarp>
            </a:bodyPr>
            <a:lstStyle/>
            <a:p>
              <a:endParaRPr lang="de-DE" sz="2048" dirty="0">
                <a:latin typeface="Segoe UI" panose="020B0502040204020203" pitchFamily="34" charset="0"/>
              </a:endParaRPr>
            </a:p>
          </p:txBody>
        </p:sp>
        <p:sp>
          <p:nvSpPr>
            <p:cNvPr id="16" name="Freeform 6">
              <a:extLst>
                <a:ext uri="{FF2B5EF4-FFF2-40B4-BE49-F238E27FC236}">
                  <a16:creationId xmlns:a16="http://schemas.microsoft.com/office/drawing/2014/main" id="{AB590657-147A-4C8D-B4F4-0AF5CB5E798E}"/>
                </a:ext>
              </a:extLst>
            </p:cNvPr>
            <p:cNvSpPr>
              <a:spLocks/>
            </p:cNvSpPr>
            <p:nvPr/>
          </p:nvSpPr>
          <p:spPr bwMode="gray">
            <a:xfrm>
              <a:off x="1648" y="-1"/>
              <a:ext cx="4368" cy="3090"/>
            </a:xfrm>
            <a:custGeom>
              <a:avLst/>
              <a:gdLst>
                <a:gd name="T0" fmla="*/ 0 w 4368"/>
                <a:gd name="T1" fmla="*/ 0 h 3090"/>
                <a:gd name="T2" fmla="*/ 4368 w 4368"/>
                <a:gd name="T3" fmla="*/ 0 h 3090"/>
                <a:gd name="T4" fmla="*/ 4368 w 4368"/>
                <a:gd name="T5" fmla="*/ 3090 h 3090"/>
                <a:gd name="T6" fmla="*/ 0 w 4368"/>
                <a:gd name="T7" fmla="*/ 3090 h 3090"/>
                <a:gd name="T8" fmla="*/ 0 w 4368"/>
                <a:gd name="T9" fmla="*/ 0 h 3090"/>
                <a:gd name="T10" fmla="*/ 0 w 4368"/>
                <a:gd name="T11" fmla="*/ 0 h 3090"/>
              </a:gdLst>
              <a:ahLst/>
              <a:cxnLst>
                <a:cxn ang="0">
                  <a:pos x="T0" y="T1"/>
                </a:cxn>
                <a:cxn ang="0">
                  <a:pos x="T2" y="T3"/>
                </a:cxn>
                <a:cxn ang="0">
                  <a:pos x="T4" y="T5"/>
                </a:cxn>
                <a:cxn ang="0">
                  <a:pos x="T6" y="T7"/>
                </a:cxn>
                <a:cxn ang="0">
                  <a:pos x="T8" y="T9"/>
                </a:cxn>
                <a:cxn ang="0">
                  <a:pos x="T10" y="T11"/>
                </a:cxn>
              </a:cxnLst>
              <a:rect l="0" t="0" r="r" b="b"/>
              <a:pathLst>
                <a:path w="4368" h="3090">
                  <a:moveTo>
                    <a:pt x="0" y="0"/>
                  </a:moveTo>
                  <a:lnTo>
                    <a:pt x="4368" y="0"/>
                  </a:lnTo>
                  <a:lnTo>
                    <a:pt x="4368" y="3090"/>
                  </a:lnTo>
                  <a:lnTo>
                    <a:pt x="0" y="3090"/>
                  </a:lnTo>
                  <a:lnTo>
                    <a:pt x="0" y="0"/>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7536" tIns="48768" rIns="97536" bIns="48768" numCol="1" anchor="t" anchorCtr="0" compatLnSpc="1">
              <a:prstTxWarp prst="textNoShape">
                <a:avLst/>
              </a:prstTxWarp>
            </a:bodyPr>
            <a:lstStyle/>
            <a:p>
              <a:endParaRPr lang="de-DE" sz="2048" dirty="0">
                <a:latin typeface="Segoe UI" panose="020B0502040204020203" pitchFamily="34" charset="0"/>
              </a:endParaRPr>
            </a:p>
          </p:txBody>
        </p:sp>
      </p:grpSp>
    </p:spTree>
    <p:extLst>
      <p:ext uri="{BB962C8B-B14F-4D97-AF65-F5344CB8AC3E}">
        <p14:creationId xmlns:p14="http://schemas.microsoft.com/office/powerpoint/2010/main" val="4016320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nner Bild + Rahmen klein">
    <p:bg>
      <p:bgPr>
        <a:solidFill>
          <a:srgbClr val="FBFBFA"/>
        </a:solidFill>
        <a:effectLst/>
      </p:bgPr>
    </p:bg>
    <p:spTree>
      <p:nvGrpSpPr>
        <p:cNvPr id="1" name=""/>
        <p:cNvGrpSpPr/>
        <p:nvPr/>
      </p:nvGrpSpPr>
      <p:grpSpPr>
        <a:xfrm>
          <a:off x="0" y="0"/>
          <a:ext cx="0" cy="0"/>
          <a:chOff x="0" y="0"/>
          <a:chExt cx="0" cy="0"/>
        </a:xfrm>
      </p:grpSpPr>
      <p:sp>
        <p:nvSpPr>
          <p:cNvPr id="17" name="Bildplatzhalter 16">
            <a:extLst>
              <a:ext uri="{FF2B5EF4-FFF2-40B4-BE49-F238E27FC236}">
                <a16:creationId xmlns:a16="http://schemas.microsoft.com/office/drawing/2014/main" id="{EA42633F-FE92-4619-B2FD-ACEBFDB94EC1}"/>
              </a:ext>
            </a:extLst>
          </p:cNvPr>
          <p:cNvSpPr>
            <a:spLocks noGrp="1"/>
          </p:cNvSpPr>
          <p:nvPr>
            <p:ph type="pic" sz="quarter" idx="14" hasCustomPrompt="1"/>
          </p:nvPr>
        </p:nvSpPr>
        <p:spPr bwMode="gray">
          <a:xfrm>
            <a:off x="0" y="-1"/>
            <a:ext cx="13004800" cy="7315200"/>
          </a:xfrm>
          <a:prstGeom prst="rect">
            <a:avLst/>
          </a:prstGeom>
          <a:solidFill>
            <a:schemeClr val="bg1">
              <a:lumMod val="85000"/>
            </a:schemeClr>
          </a:solidFill>
          <a:ln>
            <a:noFill/>
          </a:ln>
        </p:spPr>
        <p:txBody>
          <a:bodyPr wrap="square" lIns="7020000" tIns="0" anchor="ctr">
            <a:noAutofit/>
          </a:bodyPr>
          <a:lstStyle>
            <a:lvl1pPr algn="l">
              <a:spcBef>
                <a:spcPts val="0"/>
              </a:spcBef>
              <a:spcAft>
                <a:spcPts val="0"/>
              </a:spcAft>
              <a:defRPr sz="1200"/>
            </a:lvl1pPr>
          </a:lstStyle>
          <a:p>
            <a:r>
              <a:rPr lang="de-DE" dirty="0"/>
              <a:t>Fügen Sie ein Bild über Klicken 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4" name="Fußzeilenplatzhalter 3">
            <a:extLst>
              <a:ext uri="{FF2B5EF4-FFF2-40B4-BE49-F238E27FC236}">
                <a16:creationId xmlns:a16="http://schemas.microsoft.com/office/drawing/2014/main" id="{5FE5A4BC-BEF3-4D94-8EC5-304140E95361}"/>
              </a:ext>
              <a:ext uri="{C183D7F6-B498-43B3-948B-1728B52AA6E4}">
                <adec:decorative xmlns:adec="http://schemas.microsoft.com/office/drawing/2017/decorative" val="1"/>
              </a:ext>
            </a:extLst>
          </p:cNvPr>
          <p:cNvSpPr>
            <a:spLocks noGrp="1"/>
          </p:cNvSpPr>
          <p:nvPr>
            <p:ph type="ftr" sz="quarter" idx="11"/>
          </p:nvPr>
        </p:nvSpPr>
        <p:spPr bwMode="gray">
          <a:xfrm>
            <a:off x="454026" y="7315200"/>
            <a:ext cx="4319588" cy="273050"/>
          </a:xfrm>
          <a:prstGeom prst="rect">
            <a:avLst/>
          </a:prstGeom>
        </p:spPr>
        <p:txBody>
          <a:bodyPr tIns="0"/>
          <a:lstStyle>
            <a:lvl1pPr>
              <a:defRPr>
                <a:noFill/>
              </a:defRPr>
            </a:lvl1pPr>
          </a:lstStyle>
          <a:p>
            <a:r>
              <a:rPr lang="de-DE"/>
              <a:t>Hier kann eine Fußzeile stehen</a:t>
            </a:r>
            <a:endParaRPr lang="de-DE" dirty="0"/>
          </a:p>
        </p:txBody>
      </p:sp>
      <p:sp>
        <p:nvSpPr>
          <p:cNvPr id="5" name="Foliennummernplatzhalter 4">
            <a:extLst>
              <a:ext uri="{FF2B5EF4-FFF2-40B4-BE49-F238E27FC236}">
                <a16:creationId xmlns:a16="http://schemas.microsoft.com/office/drawing/2014/main" id="{1EAD8F73-ED2F-4EC3-95D9-84F1CF60802B}"/>
              </a:ext>
              <a:ext uri="{C183D7F6-B498-43B3-948B-1728B52AA6E4}">
                <adec:decorative xmlns:adec="http://schemas.microsoft.com/office/drawing/2017/decorative" val="1"/>
              </a:ext>
            </a:extLst>
          </p:cNvPr>
          <p:cNvSpPr>
            <a:spLocks noGrp="1"/>
          </p:cNvSpPr>
          <p:nvPr>
            <p:ph type="sldNum" sz="quarter" idx="12"/>
          </p:nvPr>
        </p:nvSpPr>
        <p:spPr bwMode="gray">
          <a:xfrm>
            <a:off x="11687175" y="7315200"/>
            <a:ext cx="863600" cy="273050"/>
          </a:xfrm>
        </p:spPr>
        <p:txBody>
          <a:bodyPr tIns="0"/>
          <a:lstStyle>
            <a:lvl1pPr>
              <a:defRPr>
                <a:noFill/>
              </a:defRPr>
            </a:lvl1pPr>
          </a:lstStyle>
          <a:p>
            <a:fld id="{D612FFA8-16F3-4D16-935C-858579C7B661}" type="slidenum">
              <a:rPr lang="de-DE" smtClean="0"/>
              <a:pPr/>
              <a:t>‹Nr.›</a:t>
            </a:fld>
            <a:endParaRPr lang="de-DE" dirty="0"/>
          </a:p>
        </p:txBody>
      </p:sp>
      <p:sp>
        <p:nvSpPr>
          <p:cNvPr id="7" name="Titel 6">
            <a:extLst>
              <a:ext uri="{FF2B5EF4-FFF2-40B4-BE49-F238E27FC236}">
                <a16:creationId xmlns:a16="http://schemas.microsoft.com/office/drawing/2014/main" id="{67849F2E-9125-4728-AFC4-61A227BEE95B}"/>
              </a:ext>
            </a:extLst>
          </p:cNvPr>
          <p:cNvSpPr>
            <a:spLocks noGrp="1"/>
          </p:cNvSpPr>
          <p:nvPr>
            <p:ph type="title" hasCustomPrompt="1"/>
          </p:nvPr>
        </p:nvSpPr>
        <p:spPr bwMode="gray">
          <a:xfrm>
            <a:off x="1102112" y="635944"/>
            <a:ext cx="5184000" cy="5184000"/>
          </a:xfrm>
          <a:ln w="438150">
            <a:gradFill>
              <a:gsLst>
                <a:gs pos="15000">
                  <a:schemeClr val="bg2">
                    <a:alpha val="80000"/>
                  </a:schemeClr>
                </a:gs>
                <a:gs pos="100000">
                  <a:schemeClr val="tx2">
                    <a:alpha val="80000"/>
                  </a:schemeClr>
                </a:gs>
              </a:gsLst>
              <a:lin ang="18600000" scaled="0"/>
            </a:gradFill>
            <a:miter lim="800000"/>
          </a:ln>
        </p:spPr>
        <p:txBody>
          <a:bodyPr lIns="648000" tIns="648000" rIns="648000" bIns="648000"/>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vl6pPr>
              <a:defRPr sz="3200">
                <a:solidFill>
                  <a:schemeClr val="bg1"/>
                </a:solidFill>
              </a:defRPr>
            </a:lvl6pPr>
            <a:lvl7pPr>
              <a:defRPr sz="3200">
                <a:solidFill>
                  <a:schemeClr val="bg1"/>
                </a:solidFill>
              </a:defRPr>
            </a:lvl7pPr>
            <a:lvl8pPr>
              <a:defRPr sz="3200">
                <a:solidFill>
                  <a:schemeClr val="bg1"/>
                </a:solidFill>
              </a:defRPr>
            </a:lvl8pPr>
            <a:lvl9pPr>
              <a:defRPr sz="3200">
                <a:solidFill>
                  <a:schemeClr val="bg1"/>
                </a:solidFill>
              </a:defRPr>
            </a:lvl9pPr>
          </a:lstStyle>
          <a:p>
            <a:pPr lvl="8"/>
            <a:r>
              <a:rPr lang="de-DE" sz="3200" noProof="1">
                <a:solidFill>
                  <a:schemeClr val="bg1"/>
                </a:solidFill>
                <a:latin typeface="Compatil DATEV" panose="02060503060505020203" pitchFamily="18" charset="0"/>
              </a:rPr>
              <a:t>Dies ist ein Kapitel-trenner mit einem mehrzeiligen</a:t>
            </a:r>
            <a:br>
              <a:rPr lang="de-DE" sz="3200" noProof="1">
                <a:solidFill>
                  <a:schemeClr val="bg1"/>
                </a:solidFill>
                <a:latin typeface="Compatil DATEV" panose="02060503060505020203" pitchFamily="18" charset="0"/>
              </a:rPr>
            </a:br>
            <a:r>
              <a:rPr lang="de-DE" sz="3200" noProof="1">
                <a:solidFill>
                  <a:schemeClr val="bg1"/>
                </a:solidFill>
                <a:latin typeface="Compatil DATEV" panose="02060503060505020203" pitchFamily="18" charset="0"/>
              </a:rPr>
              <a:t>Folientitel.</a:t>
            </a:r>
            <a:endParaRPr lang="de-DE" dirty="0"/>
          </a:p>
        </p:txBody>
      </p:sp>
      <p:sp>
        <p:nvSpPr>
          <p:cNvPr id="6" name="Textplatzhalter 5">
            <a:extLst>
              <a:ext uri="{FF2B5EF4-FFF2-40B4-BE49-F238E27FC236}">
                <a16:creationId xmlns:a16="http://schemas.microsoft.com/office/drawing/2014/main" id="{D92A4D87-921B-4296-AA3B-2C75246BF407}"/>
              </a:ext>
            </a:extLst>
          </p:cNvPr>
          <p:cNvSpPr>
            <a:spLocks noGrp="1"/>
          </p:cNvSpPr>
          <p:nvPr>
            <p:ph type="body" sz="quarter" idx="16"/>
          </p:nvPr>
        </p:nvSpPr>
        <p:spPr bwMode="gray">
          <a:xfrm>
            <a:off x="1749425" y="4449763"/>
            <a:ext cx="3889375" cy="863600"/>
          </a:xfrm>
        </p:spPr>
        <p:txBody>
          <a:bodyPr/>
          <a:lstStyle>
            <a:lvl1pPr marL="0" indent="0">
              <a:spcBef>
                <a:spcPts val="500"/>
              </a:spcBef>
              <a:buFont typeface="Arial" panose="020B0604020202020204" pitchFamily="34" charset="0"/>
              <a:buNone/>
              <a:defRPr sz="1600" b="1">
                <a:solidFill>
                  <a:schemeClr val="bg1"/>
                </a:solidFill>
              </a:defRPr>
            </a:lvl1pPr>
            <a:lvl2pPr marL="0" indent="0">
              <a:spcBef>
                <a:spcPts val="500"/>
              </a:spcBef>
              <a:buFont typeface="Arial" panose="020B0604020202020204" pitchFamily="34" charset="0"/>
              <a:buNone/>
              <a:defRPr sz="1600" b="0">
                <a:solidFill>
                  <a:schemeClr val="bg1"/>
                </a:solidFill>
              </a:defRPr>
            </a:lvl2pPr>
            <a:lvl3pPr marL="0" indent="0">
              <a:spcBef>
                <a:spcPts val="500"/>
              </a:spcBef>
              <a:buNone/>
              <a:defRPr sz="1600" b="0">
                <a:solidFill>
                  <a:schemeClr val="bg1"/>
                </a:solidFill>
              </a:defRPr>
            </a:lvl3pPr>
            <a:lvl4pPr marL="0" indent="0">
              <a:spcBef>
                <a:spcPts val="500"/>
              </a:spcBef>
              <a:buNone/>
              <a:defRPr sz="1600" b="0">
                <a:solidFill>
                  <a:schemeClr val="bg1"/>
                </a:solidFill>
              </a:defRPr>
            </a:lvl4pPr>
            <a:lvl5pPr marL="0" indent="0">
              <a:spcBef>
                <a:spcPts val="500"/>
              </a:spcBef>
              <a:buNone/>
              <a:defRPr sz="1600" b="0">
                <a:solidFill>
                  <a:schemeClr val="bg1"/>
                </a:solidFill>
              </a:defRPr>
            </a:lvl5pPr>
            <a:lvl6pPr marL="0" indent="0">
              <a:spcBef>
                <a:spcPts val="500"/>
              </a:spcBef>
              <a:buFont typeface="Arial" panose="020B0604020202020204" pitchFamily="34" charset="0"/>
              <a:buNone/>
              <a:defRPr sz="1600" b="0">
                <a:solidFill>
                  <a:schemeClr val="bg1"/>
                </a:solidFill>
              </a:defRPr>
            </a:lvl6pPr>
            <a:lvl7pPr marL="0" indent="0">
              <a:spcBef>
                <a:spcPts val="500"/>
              </a:spcBef>
              <a:buFont typeface="Arial" panose="020B0604020202020204" pitchFamily="34" charset="0"/>
              <a:buNone/>
              <a:defRPr sz="1600" b="0">
                <a:solidFill>
                  <a:schemeClr val="bg1"/>
                </a:solidFill>
              </a:defRPr>
            </a:lvl7pPr>
            <a:lvl8pPr marL="0" indent="0">
              <a:spcBef>
                <a:spcPts val="500"/>
              </a:spcBef>
              <a:buFont typeface="Arial" panose="020B0604020202020204" pitchFamily="34" charset="0"/>
              <a:buNone/>
              <a:defRPr sz="1600" b="0">
                <a:solidFill>
                  <a:schemeClr val="bg1"/>
                </a:solidFill>
              </a:defRPr>
            </a:lvl8pPr>
            <a:lvl9pPr marL="0" indent="0">
              <a:spcBef>
                <a:spcPts val="500"/>
              </a:spcBef>
              <a:buFont typeface="Arial" panose="020B0604020202020204" pitchFamily="34" charset="0"/>
              <a:buNone/>
              <a:defRPr sz="1600" b="0">
                <a:solidFill>
                  <a:schemeClr val="bg1"/>
                </a:solidFill>
              </a:defRPr>
            </a:lvl9pPr>
          </a:lstStyle>
          <a:p>
            <a:pPr lvl="0"/>
            <a:r>
              <a:rPr lang="de-DE"/>
              <a:t>Mastertextformat bearbeiten</a:t>
            </a:r>
          </a:p>
          <a:p>
            <a:pPr lvl="1"/>
            <a:r>
              <a:rPr lang="de-DE"/>
              <a:t>Zweite Ebene</a:t>
            </a:r>
          </a:p>
        </p:txBody>
      </p:sp>
      <p:sp>
        <p:nvSpPr>
          <p:cNvPr id="124" name="SmartArt-Platzhalter 15">
            <a:extLst>
              <a:ext uri="{FF2B5EF4-FFF2-40B4-BE49-F238E27FC236}">
                <a16:creationId xmlns:a16="http://schemas.microsoft.com/office/drawing/2014/main" id="{521ACEF8-527C-4325-ADB1-2864EBC8AE91}"/>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spTree>
    <p:extLst>
      <p:ext uri="{BB962C8B-B14F-4D97-AF65-F5344CB8AC3E}">
        <p14:creationId xmlns:p14="http://schemas.microsoft.com/office/powerpoint/2010/main" val="58997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enner Verlauf">
    <p:bg>
      <p:bgPr>
        <a:solidFill>
          <a:srgbClr val="FBFBFA"/>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01177144-A38E-4961-81B7-E7C230F26B17}"/>
              </a:ext>
              <a:ext uri="{C183D7F6-B498-43B3-948B-1728B52AA6E4}">
                <adec:decorative xmlns:adec="http://schemas.microsoft.com/office/drawing/2017/decorative" val="1"/>
              </a:ext>
            </a:extLst>
          </p:cNvPr>
          <p:cNvSpPr/>
          <p:nvPr userDrawn="1"/>
        </p:nvSpPr>
        <p:spPr bwMode="gray">
          <a:xfrm>
            <a:off x="0" y="0"/>
            <a:ext cx="13004800" cy="7315200"/>
          </a:xfrm>
          <a:prstGeom prst="rect">
            <a:avLst/>
          </a:prstGeom>
          <a:gradFill>
            <a:gsLst>
              <a:gs pos="100000">
                <a:schemeClr val="tx2"/>
              </a:gs>
              <a:gs pos="15000">
                <a:schemeClr val="bg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egoe UI" panose="020B0502040204020203" pitchFamily="34" charset="0"/>
            </a:endParaRPr>
          </a:p>
        </p:txBody>
      </p:sp>
      <p:sp>
        <p:nvSpPr>
          <p:cNvPr id="2" name="Titel 1">
            <a:extLst>
              <a:ext uri="{FF2B5EF4-FFF2-40B4-BE49-F238E27FC236}">
                <a16:creationId xmlns:a16="http://schemas.microsoft.com/office/drawing/2014/main" id="{EEF0795E-684D-4128-A6C1-EA29801C8D82}"/>
              </a:ext>
            </a:extLst>
          </p:cNvPr>
          <p:cNvSpPr>
            <a:spLocks noGrp="1"/>
          </p:cNvSpPr>
          <p:nvPr>
            <p:ph type="title" hasCustomPrompt="1"/>
          </p:nvPr>
        </p:nvSpPr>
        <p:spPr bwMode="gray">
          <a:xfrm>
            <a:off x="1749426" y="1425575"/>
            <a:ext cx="7777162" cy="2160588"/>
          </a:xfrm>
        </p:spPr>
        <p:txBody>
          <a:bodyPr tIns="0" anchor="b" anchorCtr="0"/>
          <a:lstStyle>
            <a:lvl1pPr>
              <a:defRPr sz="4000">
                <a:solidFill>
                  <a:schemeClr val="bg1"/>
                </a:solidFill>
              </a:defRPr>
            </a:lvl1pPr>
            <a:lvl2pPr>
              <a:defRPr sz="4000">
                <a:solidFill>
                  <a:schemeClr val="bg1"/>
                </a:solidFill>
              </a:defRPr>
            </a:lvl2pPr>
            <a:lvl3pPr>
              <a:defRPr sz="4000">
                <a:solidFill>
                  <a:schemeClr val="bg1"/>
                </a:solidFill>
              </a:defRPr>
            </a:lvl3pPr>
            <a:lvl4pPr>
              <a:defRPr sz="4000">
                <a:solidFill>
                  <a:schemeClr val="bg1"/>
                </a:solidFill>
              </a:defRPr>
            </a:lvl4pPr>
            <a:lvl5pPr>
              <a:defRPr sz="4000">
                <a:solidFill>
                  <a:schemeClr val="bg1"/>
                </a:solidFill>
              </a:defRPr>
            </a:lvl5pPr>
            <a:lvl6pPr>
              <a:defRPr sz="4000">
                <a:solidFill>
                  <a:schemeClr val="bg1"/>
                </a:solidFill>
              </a:defRPr>
            </a:lvl6pPr>
            <a:lvl7pPr>
              <a:defRPr sz="4000">
                <a:solidFill>
                  <a:schemeClr val="bg1"/>
                </a:solidFill>
              </a:defRPr>
            </a:lvl7pPr>
            <a:lvl8pPr>
              <a:defRPr sz="4000">
                <a:solidFill>
                  <a:schemeClr val="bg1"/>
                </a:solidFill>
              </a:defRPr>
            </a:lvl8pPr>
            <a:lvl9pPr>
              <a:defRPr sz="4000">
                <a:solidFill>
                  <a:schemeClr val="bg1"/>
                </a:solidFill>
              </a:defRPr>
            </a:lvl9pPr>
          </a:lstStyle>
          <a:p>
            <a:pPr defTabSz="975390"/>
            <a:r>
              <a:rPr lang="de-DE" sz="4000" noProof="1">
                <a:solidFill>
                  <a:schemeClr val="bg1"/>
                </a:solidFill>
                <a:latin typeface="Compatil DATEV" panose="02060503060505020203" pitchFamily="18" charset="0"/>
              </a:rPr>
              <a:t>Dies ist ein Kapiteltrenner</a:t>
            </a:r>
            <a:br>
              <a:rPr lang="de-DE" sz="4000" noProof="1">
                <a:solidFill>
                  <a:schemeClr val="bg1"/>
                </a:solidFill>
                <a:latin typeface="Compatil DATEV" panose="02060503060505020203" pitchFamily="18" charset="0"/>
              </a:rPr>
            </a:br>
            <a:r>
              <a:rPr lang="de-DE" sz="4000" noProof="1">
                <a:solidFill>
                  <a:schemeClr val="bg1"/>
                </a:solidFill>
                <a:latin typeface="Compatil DATEV" panose="02060503060505020203" pitchFamily="18" charset="0"/>
              </a:rPr>
              <a:t>mit einem mehrzeiligen</a:t>
            </a:r>
            <a:br>
              <a:rPr lang="de-DE" sz="4000" noProof="1">
                <a:solidFill>
                  <a:schemeClr val="bg1"/>
                </a:solidFill>
                <a:latin typeface="Compatil DATEV" panose="02060503060505020203" pitchFamily="18" charset="0"/>
              </a:rPr>
            </a:br>
            <a:r>
              <a:rPr lang="de-DE" sz="4000" noProof="1">
                <a:solidFill>
                  <a:schemeClr val="bg1"/>
                </a:solidFill>
                <a:latin typeface="Compatil DATEV" panose="02060503060505020203" pitchFamily="18" charset="0"/>
              </a:rPr>
              <a:t>Folientitel.</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lvl1pPr>
              <a:defRPr>
                <a:noFill/>
              </a:defRPr>
            </a:lvl1pPr>
          </a:lstStyle>
          <a:p>
            <a:fld id="{A72129B4-E608-4AB8-B6F5-6FEED1455B12}" type="datetime1">
              <a:rPr lang="de-DE" smtClean="0"/>
              <a:t>03.12.25</a:t>
            </a:fld>
            <a:endParaRPr lang="de-DE"/>
          </a:p>
        </p:txBody>
      </p:sp>
      <p:sp>
        <p:nvSpPr>
          <p:cNvPr id="5" name="Foliennummernplatzhalter 4">
            <a:extLst>
              <a:ext uri="{FF2B5EF4-FFF2-40B4-BE49-F238E27FC236}">
                <a16:creationId xmlns:a16="http://schemas.microsoft.com/office/drawing/2014/main" id="{1EAD8F73-ED2F-4EC3-95D9-84F1CF60802B}"/>
              </a:ext>
              <a:ext uri="{C183D7F6-B498-43B3-948B-1728B52AA6E4}">
                <adec:decorative xmlns:adec="http://schemas.microsoft.com/office/drawing/2017/decorative" val="1"/>
              </a:ext>
            </a:extLst>
          </p:cNvPr>
          <p:cNvSpPr>
            <a:spLocks noGrp="1"/>
          </p:cNvSpPr>
          <p:nvPr>
            <p:ph type="sldNum" sz="quarter" idx="12"/>
          </p:nvPr>
        </p:nvSpPr>
        <p:spPr bwMode="gray"/>
        <p:txBody>
          <a:bodyPr tIns="0"/>
          <a:lstStyle>
            <a:lvl1pPr>
              <a:defRPr>
                <a:noFill/>
              </a:defRPr>
            </a:lvl1pPr>
          </a:lstStyle>
          <a:p>
            <a:fld id="{D612FFA8-16F3-4D16-935C-858579C7B661}" type="slidenum">
              <a:rPr lang="de-DE" smtClean="0"/>
              <a:pPr/>
              <a:t>‹Nr.›</a:t>
            </a:fld>
            <a:endParaRPr lang="de-DE" dirty="0"/>
          </a:p>
        </p:txBody>
      </p:sp>
      <p:sp>
        <p:nvSpPr>
          <p:cNvPr id="10" name="Textplatzhalter 9">
            <a:extLst>
              <a:ext uri="{FF2B5EF4-FFF2-40B4-BE49-F238E27FC236}">
                <a16:creationId xmlns:a16="http://schemas.microsoft.com/office/drawing/2014/main" id="{CFC6CE49-8131-45C4-8208-ABE8558B905D}"/>
              </a:ext>
            </a:extLst>
          </p:cNvPr>
          <p:cNvSpPr>
            <a:spLocks noGrp="1"/>
          </p:cNvSpPr>
          <p:nvPr>
            <p:ph type="body" sz="quarter" idx="15"/>
          </p:nvPr>
        </p:nvSpPr>
        <p:spPr bwMode="gray">
          <a:xfrm>
            <a:off x="1749425" y="4018756"/>
            <a:ext cx="5184775" cy="863600"/>
          </a:xfrm>
        </p:spPr>
        <p:txBody>
          <a:bodyPr/>
          <a:lstStyle>
            <a:lvl1pPr>
              <a:defRPr b="1">
                <a:solidFill>
                  <a:schemeClr val="bg1"/>
                </a:solidFill>
              </a:defRPr>
            </a:lvl1pPr>
            <a:lvl2pPr marL="0" indent="0">
              <a:spcBef>
                <a:spcPts val="500"/>
              </a:spcBef>
              <a:buFont typeface="Arial" panose="020B0604020202020204" pitchFamily="34" charset="0"/>
              <a:buNone/>
              <a:defRPr sz="1600" b="0">
                <a:solidFill>
                  <a:schemeClr val="bg1"/>
                </a:solidFill>
              </a:defRPr>
            </a:lvl2pPr>
            <a:lvl3pPr marL="0" indent="0">
              <a:spcBef>
                <a:spcPts val="500"/>
              </a:spcBef>
              <a:buClr>
                <a:schemeClr val="bg1"/>
              </a:buClr>
              <a:buNone/>
              <a:defRPr sz="1600" b="0">
                <a:solidFill>
                  <a:schemeClr val="bg1"/>
                </a:solidFill>
              </a:defRPr>
            </a:lvl3pPr>
            <a:lvl4pPr marL="0" indent="0">
              <a:spcBef>
                <a:spcPts val="500"/>
              </a:spcBef>
              <a:buClr>
                <a:schemeClr val="bg1"/>
              </a:buClr>
              <a:buFont typeface="Symbol" panose="05050102010706020507" pitchFamily="18" charset="2"/>
              <a:buNone/>
              <a:defRPr sz="1600" b="0">
                <a:solidFill>
                  <a:schemeClr val="bg1"/>
                </a:solidFill>
              </a:defRPr>
            </a:lvl4pPr>
            <a:lvl5pPr marL="0" indent="0">
              <a:spcBef>
                <a:spcPts val="500"/>
              </a:spcBef>
              <a:buClr>
                <a:schemeClr val="bg1"/>
              </a:buClr>
              <a:buNone/>
              <a:defRPr sz="1600" b="0">
                <a:solidFill>
                  <a:schemeClr val="bg1"/>
                </a:solidFill>
              </a:defRPr>
            </a:lvl5pPr>
            <a:lvl6pPr marL="0" indent="0">
              <a:spcBef>
                <a:spcPts val="500"/>
              </a:spcBef>
              <a:buClr>
                <a:schemeClr val="bg1"/>
              </a:buClr>
              <a:buFont typeface="Arial" panose="020B0604020202020204" pitchFamily="34" charset="0"/>
              <a:buNone/>
              <a:defRPr sz="1600" b="0">
                <a:solidFill>
                  <a:schemeClr val="bg1"/>
                </a:solidFill>
              </a:defRPr>
            </a:lvl6pPr>
            <a:lvl7pPr marL="0" indent="0">
              <a:spcBef>
                <a:spcPts val="500"/>
              </a:spcBef>
              <a:buClr>
                <a:schemeClr val="bg1"/>
              </a:buClr>
              <a:buFont typeface="Arial" panose="020B0604020202020204" pitchFamily="34" charset="0"/>
              <a:buNone/>
              <a:defRPr sz="1600" b="0">
                <a:solidFill>
                  <a:schemeClr val="bg1"/>
                </a:solidFill>
              </a:defRPr>
            </a:lvl7pPr>
            <a:lvl8pPr marL="0" indent="0">
              <a:spcBef>
                <a:spcPts val="500"/>
              </a:spcBef>
              <a:buFont typeface="Arial" panose="020B0604020202020204" pitchFamily="34" charset="0"/>
              <a:buNone/>
              <a:defRPr sz="1600" b="0">
                <a:solidFill>
                  <a:schemeClr val="bg1"/>
                </a:solidFill>
              </a:defRPr>
            </a:lvl8pPr>
            <a:lvl9pPr marL="0" indent="0">
              <a:spcBef>
                <a:spcPts val="500"/>
              </a:spcBef>
              <a:buFont typeface="Arial" panose="020B0604020202020204" pitchFamily="34" charset="0"/>
              <a:buNone/>
              <a:defRPr sz="1600" b="0">
                <a:solidFill>
                  <a:schemeClr val="bg1"/>
                </a:solidFill>
              </a:defRPr>
            </a:lvl9pPr>
          </a:lstStyle>
          <a:p>
            <a:pPr lvl="0"/>
            <a:r>
              <a:rPr lang="de-DE" noProof="0"/>
              <a:t>Mastertextformat bearbeiten</a:t>
            </a:r>
          </a:p>
          <a:p>
            <a:pPr lvl="1"/>
            <a:r>
              <a:rPr lang="de-DE" noProof="0"/>
              <a:t>Zweite Ebene</a:t>
            </a:r>
          </a:p>
        </p:txBody>
      </p:sp>
      <p:sp>
        <p:nvSpPr>
          <p:cNvPr id="13" name="Freihandform: Form 12">
            <a:extLst>
              <a:ext uri="{FF2B5EF4-FFF2-40B4-BE49-F238E27FC236}">
                <a16:creationId xmlns:a16="http://schemas.microsoft.com/office/drawing/2014/main" id="{CBA7F203-10DF-4562-8B0F-3661DF1B6871}"/>
              </a:ext>
              <a:ext uri="{C183D7F6-B498-43B3-948B-1728B52AA6E4}">
                <adec:decorative xmlns:adec="http://schemas.microsoft.com/office/drawing/2017/decorative" val="1"/>
              </a:ext>
            </a:extLst>
          </p:cNvPr>
          <p:cNvSpPr>
            <a:spLocks/>
          </p:cNvSpPr>
          <p:nvPr userDrawn="1"/>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tIns="216000" rIns="216000" bIns="216000" rtlCol="0" anchor="t" anchorCtr="0">
            <a:noAutofit/>
          </a:bodyPr>
          <a:lstStyle/>
          <a:p>
            <a:pPr marL="216000" indent="-216000" algn="l">
              <a:spcBef>
                <a:spcPts val="500"/>
              </a:spcBef>
              <a:spcAft>
                <a:spcPts val="500"/>
              </a:spcAft>
              <a:buFont typeface="Wingdings" panose="05000000000000000000" pitchFamily="2" charset="2"/>
              <a:buChar char="§"/>
            </a:pPr>
            <a:endParaRPr lang="de-DE" sz="1600" dirty="0" err="1"/>
          </a:p>
        </p:txBody>
      </p:sp>
    </p:spTree>
    <p:extLst>
      <p:ext uri="{BB962C8B-B14F-4D97-AF65-F5344CB8AC3E}">
        <p14:creationId xmlns:p14="http://schemas.microsoft.com/office/powerpoint/2010/main" val="64359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enner Aufzählung Verlauf ">
    <p:bg>
      <p:bgPr>
        <a:solidFill>
          <a:srgbClr val="FBFBFA"/>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01177144-A38E-4961-81B7-E7C230F26B17}"/>
              </a:ext>
              <a:ext uri="{C183D7F6-B498-43B3-948B-1728B52AA6E4}">
                <adec:decorative xmlns:adec="http://schemas.microsoft.com/office/drawing/2017/decorative" val="1"/>
              </a:ext>
            </a:extLst>
          </p:cNvPr>
          <p:cNvSpPr/>
          <p:nvPr userDrawn="1"/>
        </p:nvSpPr>
        <p:spPr bwMode="gray">
          <a:xfrm>
            <a:off x="0" y="0"/>
            <a:ext cx="13004800" cy="7315200"/>
          </a:xfrm>
          <a:prstGeom prst="rect">
            <a:avLst/>
          </a:prstGeom>
          <a:gradFill>
            <a:gsLst>
              <a:gs pos="100000">
                <a:schemeClr val="tx2"/>
              </a:gs>
              <a:gs pos="15000">
                <a:schemeClr val="bg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egoe UI" panose="020B0502040204020203" pitchFamily="34" charset="0"/>
            </a:endParaRPr>
          </a:p>
        </p:txBody>
      </p:sp>
      <p:sp>
        <p:nvSpPr>
          <p:cNvPr id="10" name="Textplatzhalter 9">
            <a:extLst>
              <a:ext uri="{FF2B5EF4-FFF2-40B4-BE49-F238E27FC236}">
                <a16:creationId xmlns:a16="http://schemas.microsoft.com/office/drawing/2014/main" id="{CFC6CE49-8131-45C4-8208-ABE8558B905D}"/>
              </a:ext>
            </a:extLst>
          </p:cNvPr>
          <p:cNvSpPr>
            <a:spLocks noGrp="1"/>
          </p:cNvSpPr>
          <p:nvPr>
            <p:ph type="body" sz="quarter" idx="15" hasCustomPrompt="1"/>
          </p:nvPr>
        </p:nvSpPr>
        <p:spPr bwMode="gray">
          <a:xfrm>
            <a:off x="885825" y="1425576"/>
            <a:ext cx="1295399" cy="863600"/>
          </a:xfrm>
        </p:spPr>
        <p:txBody>
          <a:bodyPr/>
          <a:lstStyle>
            <a:lvl1pPr marL="0" indent="0">
              <a:spcBef>
                <a:spcPts val="0"/>
              </a:spcBef>
              <a:spcAft>
                <a:spcPts val="0"/>
              </a:spcAft>
              <a:buFont typeface="Arial" panose="020B0604020202020204" pitchFamily="34" charset="0"/>
              <a:buNone/>
              <a:defRPr sz="6000" b="1">
                <a:solidFill>
                  <a:schemeClr val="bg1">
                    <a:alpha val="30000"/>
                  </a:schemeClr>
                </a:solidFill>
                <a:latin typeface="+mj-lt"/>
              </a:defRPr>
            </a:lvl1pPr>
            <a:lvl2pPr marL="0" indent="0">
              <a:spcBef>
                <a:spcPts val="0"/>
              </a:spcBef>
              <a:spcAft>
                <a:spcPts val="0"/>
              </a:spcAft>
              <a:buFont typeface="Arial" panose="020B0604020202020204" pitchFamily="34" charset="0"/>
              <a:buNone/>
              <a:defRPr sz="6000" b="1">
                <a:solidFill>
                  <a:schemeClr val="bg1">
                    <a:alpha val="30000"/>
                  </a:schemeClr>
                </a:solidFill>
                <a:latin typeface="+mj-lt"/>
              </a:defRPr>
            </a:lvl2pPr>
            <a:lvl3pPr marL="0" indent="0">
              <a:spcBef>
                <a:spcPts val="0"/>
              </a:spcBef>
              <a:spcAft>
                <a:spcPts val="0"/>
              </a:spcAft>
              <a:buClr>
                <a:schemeClr val="bg1"/>
              </a:buClr>
              <a:buNone/>
              <a:defRPr sz="6000" b="1">
                <a:solidFill>
                  <a:schemeClr val="bg1">
                    <a:alpha val="30000"/>
                  </a:schemeClr>
                </a:solidFill>
                <a:latin typeface="+mj-lt"/>
              </a:defRPr>
            </a:lvl3pPr>
            <a:lvl4pPr marL="0" indent="0">
              <a:spcBef>
                <a:spcPts val="0"/>
              </a:spcBef>
              <a:spcAft>
                <a:spcPts val="0"/>
              </a:spcAft>
              <a:buClr>
                <a:schemeClr val="bg1"/>
              </a:buClr>
              <a:buFont typeface="Arial" panose="020B0604020202020204" pitchFamily="34" charset="0"/>
              <a:buNone/>
              <a:defRPr sz="6000" b="1">
                <a:solidFill>
                  <a:schemeClr val="bg1">
                    <a:alpha val="30000"/>
                  </a:schemeClr>
                </a:solidFill>
                <a:latin typeface="+mj-lt"/>
              </a:defRPr>
            </a:lvl4pPr>
            <a:lvl5pPr marL="0" indent="0">
              <a:spcBef>
                <a:spcPts val="0"/>
              </a:spcBef>
              <a:spcAft>
                <a:spcPts val="0"/>
              </a:spcAft>
              <a:buClr>
                <a:schemeClr val="bg1"/>
              </a:buClr>
              <a:buNone/>
              <a:defRPr sz="6000" b="1">
                <a:solidFill>
                  <a:schemeClr val="bg1">
                    <a:alpha val="30000"/>
                  </a:schemeClr>
                </a:solidFill>
                <a:latin typeface="+mj-lt"/>
              </a:defRPr>
            </a:lvl5pPr>
            <a:lvl6pPr marL="0" indent="0">
              <a:spcBef>
                <a:spcPts val="0"/>
              </a:spcBef>
              <a:spcAft>
                <a:spcPts val="0"/>
              </a:spcAft>
              <a:buClr>
                <a:schemeClr val="bg1"/>
              </a:buClr>
              <a:buFont typeface="Arial" panose="020B0604020202020204" pitchFamily="34" charset="0"/>
              <a:buNone/>
              <a:defRPr sz="6000" b="1">
                <a:solidFill>
                  <a:schemeClr val="bg1">
                    <a:alpha val="30000"/>
                  </a:schemeClr>
                </a:solidFill>
                <a:latin typeface="+mj-lt"/>
              </a:defRPr>
            </a:lvl6pPr>
            <a:lvl7pPr marL="0" indent="0">
              <a:spcBef>
                <a:spcPts val="0"/>
              </a:spcBef>
              <a:spcAft>
                <a:spcPts val="0"/>
              </a:spcAft>
              <a:buClr>
                <a:schemeClr val="bg1"/>
              </a:buClr>
              <a:buFont typeface="Arial" panose="020B0604020202020204" pitchFamily="34" charset="0"/>
              <a:buNone/>
              <a:defRPr sz="6000" b="1">
                <a:solidFill>
                  <a:schemeClr val="bg1">
                    <a:alpha val="30000"/>
                  </a:schemeClr>
                </a:solidFill>
                <a:latin typeface="+mj-lt"/>
              </a:defRPr>
            </a:lvl7pPr>
            <a:lvl8pPr marL="0" indent="0">
              <a:spcBef>
                <a:spcPts val="0"/>
              </a:spcBef>
              <a:spcAft>
                <a:spcPts val="0"/>
              </a:spcAft>
              <a:buFont typeface="Arial" panose="020B0604020202020204" pitchFamily="34" charset="0"/>
              <a:buNone/>
              <a:defRPr sz="6000" b="1">
                <a:solidFill>
                  <a:schemeClr val="bg1">
                    <a:alpha val="30000"/>
                  </a:schemeClr>
                </a:solidFill>
                <a:latin typeface="+mj-lt"/>
              </a:defRPr>
            </a:lvl8pPr>
            <a:lvl9pPr marL="0" indent="0">
              <a:spcBef>
                <a:spcPts val="0"/>
              </a:spcBef>
              <a:spcAft>
                <a:spcPts val="0"/>
              </a:spcAft>
              <a:buFont typeface="Arial" panose="020B0604020202020204" pitchFamily="34" charset="0"/>
              <a:buNone/>
              <a:defRPr sz="6000" b="1">
                <a:solidFill>
                  <a:schemeClr val="bg1">
                    <a:alpha val="30000"/>
                  </a:schemeClr>
                </a:solidFill>
                <a:latin typeface="+mj-lt"/>
              </a:defRPr>
            </a:lvl9pPr>
          </a:lstStyle>
          <a:p>
            <a:pPr lvl="0"/>
            <a:r>
              <a:rPr lang="de-DE" dirty="0"/>
              <a:t>01.</a:t>
            </a:r>
          </a:p>
        </p:txBody>
      </p:sp>
      <p:sp>
        <p:nvSpPr>
          <p:cNvPr id="2" name="Titel 1">
            <a:extLst>
              <a:ext uri="{FF2B5EF4-FFF2-40B4-BE49-F238E27FC236}">
                <a16:creationId xmlns:a16="http://schemas.microsoft.com/office/drawing/2014/main" id="{EEF0795E-684D-4128-A6C1-EA29801C8D82}"/>
              </a:ext>
            </a:extLst>
          </p:cNvPr>
          <p:cNvSpPr>
            <a:spLocks noGrp="1"/>
          </p:cNvSpPr>
          <p:nvPr>
            <p:ph type="title" hasCustomPrompt="1"/>
          </p:nvPr>
        </p:nvSpPr>
        <p:spPr bwMode="gray">
          <a:xfrm>
            <a:off x="2181224" y="1425575"/>
            <a:ext cx="9505951" cy="4752976"/>
          </a:xfrm>
        </p:spPr>
        <p:txBody>
          <a:bodyPr tIns="0" anchor="t" anchorCtr="0"/>
          <a:lstStyle>
            <a:lvl1pPr>
              <a:spcAft>
                <a:spcPts val="1200"/>
              </a:spcAft>
              <a:defRPr sz="6000">
                <a:solidFill>
                  <a:schemeClr val="bg1"/>
                </a:solidFill>
              </a:defRPr>
            </a:lvl1pPr>
            <a:lvl2pPr>
              <a:spcAft>
                <a:spcPts val="1200"/>
              </a:spcAft>
              <a:defRPr sz="6000">
                <a:solidFill>
                  <a:schemeClr val="bg1"/>
                </a:solidFill>
              </a:defRPr>
            </a:lvl2pPr>
            <a:lvl3pPr>
              <a:spcAft>
                <a:spcPts val="1200"/>
              </a:spcAft>
              <a:defRPr sz="6000">
                <a:solidFill>
                  <a:schemeClr val="bg1"/>
                </a:solidFill>
              </a:defRPr>
            </a:lvl3pPr>
            <a:lvl4pPr>
              <a:spcAft>
                <a:spcPts val="1200"/>
              </a:spcAft>
              <a:defRPr sz="6000">
                <a:solidFill>
                  <a:schemeClr val="bg1"/>
                </a:solidFill>
              </a:defRPr>
            </a:lvl4pPr>
            <a:lvl5pPr>
              <a:spcAft>
                <a:spcPts val="1200"/>
              </a:spcAft>
              <a:defRPr sz="6000">
                <a:solidFill>
                  <a:schemeClr val="bg1"/>
                </a:solidFill>
              </a:defRPr>
            </a:lvl5pPr>
            <a:lvl6pPr>
              <a:spcAft>
                <a:spcPts val="1200"/>
              </a:spcAft>
              <a:defRPr sz="6000">
                <a:solidFill>
                  <a:schemeClr val="bg1"/>
                </a:solidFill>
              </a:defRPr>
            </a:lvl6pPr>
            <a:lvl7pPr>
              <a:spcAft>
                <a:spcPts val="1200"/>
              </a:spcAft>
              <a:defRPr sz="6000">
                <a:solidFill>
                  <a:schemeClr val="bg1"/>
                </a:solidFill>
              </a:defRPr>
            </a:lvl7pPr>
            <a:lvl8pPr>
              <a:spcAft>
                <a:spcPts val="1200"/>
              </a:spcAft>
              <a:defRPr sz="6000">
                <a:solidFill>
                  <a:schemeClr val="bg1"/>
                </a:solidFill>
              </a:defRPr>
            </a:lvl8pPr>
            <a:lvl9pPr>
              <a:spcAft>
                <a:spcPts val="1200"/>
              </a:spcAft>
              <a:defRPr sz="6000">
                <a:solidFill>
                  <a:schemeClr val="bg1"/>
                </a:solidFill>
              </a:defRPr>
            </a:lvl9pPr>
          </a:lstStyle>
          <a:p>
            <a:pPr marL="0" marR="0" lvl="0" indent="0" algn="l" defTabSz="975390" rtl="0" eaLnBrk="1" fontAlgn="auto" latinLnBrk="0" hangingPunct="1">
              <a:lnSpc>
                <a:spcPct val="100000"/>
              </a:lnSpc>
              <a:spcBef>
                <a:spcPct val="0"/>
              </a:spcBef>
              <a:spcAft>
                <a:spcPts val="1200"/>
              </a:spcAft>
              <a:buClrTx/>
              <a:buSzTx/>
              <a:buFontTx/>
              <a:buNone/>
              <a:tabLst/>
              <a:defRPr/>
            </a:pPr>
            <a:r>
              <a:rPr kumimoji="0" lang="de-DE" sz="6000" b="1" i="0" u="none" strike="noStrike" kern="1200" cap="none" spc="0" normalizeH="0" baseline="0" noProof="0" dirty="0">
                <a:ln>
                  <a:noFill/>
                </a:ln>
                <a:solidFill>
                  <a:prstClr val="white"/>
                </a:solidFill>
                <a:effectLst/>
                <a:uLnTx/>
                <a:uFillTx/>
                <a:latin typeface="Compatil DATEV" panose="02060503060505020203" pitchFamily="18" charset="0"/>
                <a:ea typeface="+mj-ea"/>
                <a:cs typeface="+mj-cs"/>
              </a:rPr>
              <a:t>Dies ist ein Kapitel-</a:t>
            </a:r>
            <a:r>
              <a:rPr kumimoji="0" lang="de-DE" sz="6000" b="1" i="0" u="none" strike="noStrike" kern="1200" cap="none" spc="0" normalizeH="0" baseline="0" noProof="0" dirty="0" err="1">
                <a:ln>
                  <a:noFill/>
                </a:ln>
                <a:solidFill>
                  <a:prstClr val="white"/>
                </a:solidFill>
                <a:effectLst/>
                <a:uLnTx/>
                <a:uFillTx/>
                <a:latin typeface="Compatil DATEV" panose="02060503060505020203" pitchFamily="18" charset="0"/>
                <a:ea typeface="+mj-ea"/>
                <a:cs typeface="+mj-cs"/>
              </a:rPr>
              <a:t>trenner</a:t>
            </a:r>
            <a:r>
              <a:rPr kumimoji="0" lang="de-DE" sz="6000" b="1" i="0" u="none" strike="noStrike" kern="1200" cap="none" spc="0" normalizeH="0" baseline="0" noProof="0" dirty="0">
                <a:ln>
                  <a:noFill/>
                </a:ln>
                <a:solidFill>
                  <a:prstClr val="white"/>
                </a:solidFill>
                <a:effectLst/>
                <a:uLnTx/>
                <a:uFillTx/>
                <a:latin typeface="Compatil DATEV" panose="02060503060505020203" pitchFamily="18" charset="0"/>
                <a:ea typeface="+mj-ea"/>
                <a:cs typeface="+mj-cs"/>
              </a:rPr>
              <a:t>. Die Folie kann aber auch </a:t>
            </a:r>
            <a:r>
              <a:rPr lang="de-DE" sz="6000" dirty="0"/>
              <a:t>als Zitatfolie fungieren.</a:t>
            </a:r>
            <a:br>
              <a:rPr lang="de-DE" sz="6000" dirty="0"/>
            </a:br>
            <a:endParaRPr lang="de-DE" dirty="0"/>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a:noFill/>
        </p:spPr>
        <p:txBody>
          <a:bodyPr tIns="0"/>
          <a:lstStyle>
            <a:lvl1pPr>
              <a:defRPr>
                <a:noFill/>
              </a:defRPr>
            </a:lvl1pPr>
          </a:lstStyle>
          <a:p>
            <a:fld id="{26D32FA6-5189-4E75-9E6A-8B464A7A31D4}" type="datetime1">
              <a:rPr lang="de-DE" smtClean="0"/>
              <a:t>03.12.25</a:t>
            </a:fld>
            <a:endParaRPr lang="de-DE"/>
          </a:p>
        </p:txBody>
      </p:sp>
      <p:sp>
        <p:nvSpPr>
          <p:cNvPr id="4" name="Fußzeilenplatzhalter 3">
            <a:extLst>
              <a:ext uri="{FF2B5EF4-FFF2-40B4-BE49-F238E27FC236}">
                <a16:creationId xmlns:a16="http://schemas.microsoft.com/office/drawing/2014/main" id="{5FE5A4BC-BEF3-4D94-8EC5-304140E95361}"/>
              </a:ext>
              <a:ext uri="{C183D7F6-B498-43B3-948B-1728B52AA6E4}">
                <adec:decorative xmlns:adec="http://schemas.microsoft.com/office/drawing/2017/decorative" val="1"/>
              </a:ext>
            </a:extLst>
          </p:cNvPr>
          <p:cNvSpPr>
            <a:spLocks noGrp="1"/>
          </p:cNvSpPr>
          <p:nvPr>
            <p:ph type="ftr" sz="quarter" idx="11"/>
          </p:nvPr>
        </p:nvSpPr>
        <p:spPr bwMode="gray">
          <a:xfrm>
            <a:off x="454026" y="7042150"/>
            <a:ext cx="4319588" cy="236219"/>
          </a:xfrm>
          <a:prstGeom prst="rect">
            <a:avLst/>
          </a:prstGeom>
          <a:noFill/>
        </p:spPr>
        <p:txBody>
          <a:bodyPr tIns="0"/>
          <a:lstStyle>
            <a:lvl1pPr>
              <a:defRPr>
                <a:noFill/>
              </a:defRPr>
            </a:lvl1pPr>
          </a:lstStyle>
          <a:p>
            <a:r>
              <a:rPr lang="de-DE"/>
              <a:t>Hier kann eine Fußzeile stehen</a:t>
            </a:r>
            <a:endParaRPr lang="de-DE" dirty="0"/>
          </a:p>
        </p:txBody>
      </p:sp>
      <p:sp>
        <p:nvSpPr>
          <p:cNvPr id="5" name="Foliennummernplatzhalter 4">
            <a:extLst>
              <a:ext uri="{FF2B5EF4-FFF2-40B4-BE49-F238E27FC236}">
                <a16:creationId xmlns:a16="http://schemas.microsoft.com/office/drawing/2014/main" id="{1EAD8F73-ED2F-4EC3-95D9-84F1CF60802B}"/>
              </a:ext>
              <a:ext uri="{C183D7F6-B498-43B3-948B-1728B52AA6E4}">
                <adec:decorative xmlns:adec="http://schemas.microsoft.com/office/drawing/2017/decorative" val="1"/>
              </a:ext>
            </a:extLst>
          </p:cNvPr>
          <p:cNvSpPr>
            <a:spLocks noGrp="1"/>
          </p:cNvSpPr>
          <p:nvPr>
            <p:ph type="sldNum" sz="quarter" idx="12"/>
          </p:nvPr>
        </p:nvSpPr>
        <p:spPr bwMode="gray">
          <a:noFill/>
        </p:spPr>
        <p:txBody>
          <a:bodyPr tIns="0"/>
          <a:lstStyle>
            <a:lvl1pPr>
              <a:defRPr>
                <a:noFill/>
              </a:defRPr>
            </a:lvl1pPr>
          </a:lstStyle>
          <a:p>
            <a:fld id="{D612FFA8-16F3-4D16-935C-858579C7B661}" type="slidenum">
              <a:rPr lang="de-DE" smtClean="0"/>
              <a:pPr/>
              <a:t>‹Nr.›</a:t>
            </a:fld>
            <a:endParaRPr lang="de-DE" dirty="0"/>
          </a:p>
        </p:txBody>
      </p:sp>
      <p:sp>
        <p:nvSpPr>
          <p:cNvPr id="13" name="Freihandform: Form 12">
            <a:extLst>
              <a:ext uri="{FF2B5EF4-FFF2-40B4-BE49-F238E27FC236}">
                <a16:creationId xmlns:a16="http://schemas.microsoft.com/office/drawing/2014/main" id="{DA14701B-D513-4495-8877-6C65BAB72D9C}"/>
              </a:ext>
              <a:ext uri="{C183D7F6-B498-43B3-948B-1728B52AA6E4}">
                <adec:decorative xmlns:adec="http://schemas.microsoft.com/office/drawing/2017/decorative" val="1"/>
              </a:ext>
            </a:extLst>
          </p:cNvPr>
          <p:cNvSpPr>
            <a:spLocks/>
          </p:cNvSpPr>
          <p:nvPr userDrawn="1"/>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tIns="216000" rIns="216000" bIns="216000" rtlCol="0" anchor="t" anchorCtr="0">
            <a:noAutofit/>
          </a:bodyPr>
          <a:lstStyle/>
          <a:p>
            <a:pPr marL="216000" indent="-216000" algn="l">
              <a:spcBef>
                <a:spcPts val="500"/>
              </a:spcBef>
              <a:spcAft>
                <a:spcPts val="500"/>
              </a:spcAft>
              <a:buFont typeface="Wingdings" panose="05000000000000000000" pitchFamily="2" charset="2"/>
              <a:buChar char="§"/>
            </a:pPr>
            <a:endParaRPr lang="de-DE" sz="1600" dirty="0" err="1"/>
          </a:p>
        </p:txBody>
      </p:sp>
    </p:spTree>
    <p:extLst>
      <p:ext uri="{BB962C8B-B14F-4D97-AF65-F5344CB8AC3E}">
        <p14:creationId xmlns:p14="http://schemas.microsoft.com/office/powerpoint/2010/main" val="56158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zweispaltig">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hasCustomPrompt="1"/>
          </p:nvPr>
        </p:nvSpPr>
        <p:spPr bwMode="gray">
          <a:xfrm>
            <a:off x="454025" y="0"/>
            <a:ext cx="8640000" cy="1425575"/>
          </a:xfrm>
        </p:spPr>
        <p:txBody>
          <a:bodyPr/>
          <a:lstStyle>
            <a:lvl1pPr>
              <a:defRPr>
                <a:solidFill>
                  <a:schemeClr val="tx1"/>
                </a:solidFill>
              </a:defRPr>
            </a:lvl1pPr>
            <a:lvl2pPr>
              <a:defRPr>
                <a:gradFill>
                  <a:gsLst>
                    <a:gs pos="100000">
                      <a:schemeClr val="tx2"/>
                    </a:gs>
                    <a:gs pos="15000">
                      <a:schemeClr val="bg2"/>
                    </a:gs>
                  </a:gsLst>
                  <a:lin ang="18600000" scaled="0"/>
                </a:gradFill>
              </a:defRPr>
            </a:lvl2pPr>
            <a:lvl3pPr>
              <a:defRPr>
                <a:gradFill>
                  <a:gsLst>
                    <a:gs pos="100000">
                      <a:schemeClr val="tx2"/>
                    </a:gs>
                    <a:gs pos="15000">
                      <a:schemeClr val="bg2"/>
                    </a:gs>
                  </a:gsLst>
                  <a:lin ang="18600000" scaled="0"/>
                </a:gradFill>
              </a:defRPr>
            </a:lvl3pPr>
            <a:lvl4pPr>
              <a:defRPr>
                <a:gradFill>
                  <a:gsLst>
                    <a:gs pos="100000">
                      <a:schemeClr val="tx2"/>
                    </a:gs>
                    <a:gs pos="15000">
                      <a:schemeClr val="bg2"/>
                    </a:gs>
                  </a:gsLst>
                  <a:lin ang="18600000" scaled="0"/>
                </a:gradFill>
              </a:defRPr>
            </a:lvl4pPr>
            <a:lvl5pPr>
              <a:defRPr>
                <a:gradFill>
                  <a:gsLst>
                    <a:gs pos="100000">
                      <a:schemeClr val="tx2"/>
                    </a:gs>
                    <a:gs pos="15000">
                      <a:schemeClr val="bg2"/>
                    </a:gs>
                  </a:gsLst>
                  <a:lin ang="18600000" scaled="0"/>
                </a:gradFill>
              </a:defRPr>
            </a:lvl5pPr>
            <a:lvl6pPr>
              <a:defRPr>
                <a:gradFill>
                  <a:gsLst>
                    <a:gs pos="100000">
                      <a:schemeClr val="tx2"/>
                    </a:gs>
                    <a:gs pos="15000">
                      <a:schemeClr val="bg2"/>
                    </a:gs>
                  </a:gsLst>
                  <a:lin ang="18600000" scaled="0"/>
                </a:gradFill>
              </a:defRPr>
            </a:lvl6pPr>
            <a:lvl7pPr>
              <a:defRPr>
                <a:gradFill>
                  <a:gsLst>
                    <a:gs pos="100000">
                      <a:schemeClr val="tx2"/>
                    </a:gs>
                    <a:gs pos="15000">
                      <a:schemeClr val="bg2"/>
                    </a:gs>
                  </a:gsLst>
                  <a:lin ang="18600000" scaled="0"/>
                </a:gradFill>
              </a:defRPr>
            </a:lvl7pPr>
            <a:lvl8pPr>
              <a:defRPr>
                <a:gradFill>
                  <a:gsLst>
                    <a:gs pos="100000">
                      <a:schemeClr val="tx2"/>
                    </a:gs>
                    <a:gs pos="15000">
                      <a:schemeClr val="bg2"/>
                    </a:gs>
                  </a:gsLst>
                  <a:lin ang="18600000" scaled="0"/>
                </a:gradFill>
              </a:defRPr>
            </a:lvl8pPr>
            <a:lvl9pPr>
              <a:defRPr>
                <a:gradFill>
                  <a:gsLst>
                    <a:gs pos="100000">
                      <a:schemeClr val="tx2"/>
                    </a:gs>
                    <a:gs pos="15000">
                      <a:schemeClr val="bg2"/>
                    </a:gs>
                  </a:gsLst>
                  <a:lin ang="18600000" scaled="0"/>
                </a:gradFill>
              </a:defRPr>
            </a:lvl9pPr>
          </a:lstStyle>
          <a:p>
            <a:pPr lvl="0"/>
            <a:r>
              <a:rPr lang="de-DE" dirty="0"/>
              <a:t>Agenda</a:t>
            </a:r>
          </a:p>
        </p:txBody>
      </p:sp>
      <p:sp>
        <p:nvSpPr>
          <p:cNvPr id="10" name="Textplatzhalter 9">
            <a:extLst>
              <a:ext uri="{FF2B5EF4-FFF2-40B4-BE49-F238E27FC236}">
                <a16:creationId xmlns:a16="http://schemas.microsoft.com/office/drawing/2014/main" id="{655010DE-94A0-4DFC-AA6A-9A8EA78CEF53}"/>
              </a:ext>
              <a:ext uri="{C183D7F6-B498-43B3-948B-1728B52AA6E4}">
                <adec:decorative xmlns:adec="http://schemas.microsoft.com/office/drawing/2017/decorative" val="0"/>
              </a:ext>
            </a:extLst>
          </p:cNvPr>
          <p:cNvSpPr>
            <a:spLocks noGrp="1"/>
          </p:cNvSpPr>
          <p:nvPr>
            <p:ph type="body" sz="quarter" idx="13"/>
          </p:nvPr>
        </p:nvSpPr>
        <p:spPr bwMode="gray">
          <a:xfrm>
            <a:off x="886374" y="1857375"/>
            <a:ext cx="9503813" cy="4320000"/>
          </a:xfrm>
        </p:spPr>
        <p:txBody>
          <a:bodyPr numCol="2" spcCol="864000"/>
          <a:lstStyle>
            <a:lvl1pPr marL="360000" indent="-360000">
              <a:spcBef>
                <a:spcPts val="1000"/>
              </a:spcBef>
              <a:spcAft>
                <a:spcPts val="500"/>
              </a:spcAft>
              <a:buClr>
                <a:schemeClr val="tx1"/>
              </a:buClr>
              <a:buFont typeface="+mj-lt"/>
              <a:buAutoNum type="arabicPeriod"/>
              <a:defRPr sz="1600" b="1">
                <a:solidFill>
                  <a:schemeClr val="tx1"/>
                </a:solidFill>
              </a:defRPr>
            </a:lvl1pPr>
            <a:lvl2pPr marL="576000" indent="-216000">
              <a:spcBef>
                <a:spcPts val="0"/>
              </a:spcBef>
              <a:spcAft>
                <a:spcPts val="500"/>
              </a:spcAft>
              <a:buClr>
                <a:schemeClr val="tx1"/>
              </a:buClr>
              <a:buFont typeface="+mj-lt"/>
              <a:buAutoNum type="alphaLcPeriod"/>
              <a:defRPr sz="1600" b="0">
                <a:solidFill>
                  <a:schemeClr val="tx1"/>
                </a:solidFill>
              </a:defRPr>
            </a:lvl2pPr>
            <a:lvl3pPr marL="792000" indent="-216000">
              <a:spcBef>
                <a:spcPts val="0"/>
              </a:spcBef>
              <a:spcAft>
                <a:spcPts val="500"/>
              </a:spcAft>
              <a:buClr>
                <a:schemeClr val="tx1"/>
              </a:buClr>
              <a:buFont typeface="Symbol" panose="05050102010706020507" pitchFamily="18" charset="2"/>
              <a:buChar char="-"/>
              <a:defRPr sz="1600" b="0">
                <a:solidFill>
                  <a:sysClr val="windowText" lastClr="000000"/>
                </a:solidFill>
              </a:defRPr>
            </a:lvl3pPr>
            <a:lvl4pPr marL="576000" indent="0">
              <a:spcBef>
                <a:spcPts val="0"/>
              </a:spcBef>
              <a:spcAft>
                <a:spcPts val="500"/>
              </a:spcAft>
              <a:buClr>
                <a:schemeClr val="tx1"/>
              </a:buClr>
              <a:buFont typeface="Symbol" panose="05050102010706020507" pitchFamily="18" charset="2"/>
              <a:buNone/>
              <a:defRPr sz="1600" b="0">
                <a:solidFill>
                  <a:sysClr val="windowText" lastClr="000000"/>
                </a:solidFill>
              </a:defRPr>
            </a:lvl4pPr>
            <a:lvl5pPr marL="792000" indent="-216000">
              <a:spcBef>
                <a:spcPts val="0"/>
              </a:spcBef>
              <a:spcAft>
                <a:spcPts val="500"/>
              </a:spcAft>
              <a:buClr>
                <a:schemeClr val="tx1"/>
              </a:buClr>
              <a:buFont typeface="Symbol" panose="05050102010706020507" pitchFamily="18" charset="2"/>
              <a:buChar char="-"/>
              <a:defRPr sz="1600" b="0">
                <a:solidFill>
                  <a:sysClr val="windowText" lastClr="000000"/>
                </a:solidFill>
              </a:defRPr>
            </a:lvl5pPr>
            <a:lvl6pPr marL="792000" indent="-216000">
              <a:spcBef>
                <a:spcPts val="0"/>
              </a:spcBef>
              <a:spcAft>
                <a:spcPts val="500"/>
              </a:spcAft>
              <a:buClr>
                <a:schemeClr val="tx1"/>
              </a:buClr>
              <a:buFont typeface="Symbol" panose="05050102010706020507" pitchFamily="18" charset="2"/>
              <a:buChar char="-"/>
              <a:defRPr sz="1600" b="0">
                <a:solidFill>
                  <a:sysClr val="windowText" lastClr="000000"/>
                </a:solidFill>
              </a:defRPr>
            </a:lvl6pPr>
            <a:lvl7pPr marL="792000" indent="-216000">
              <a:spcBef>
                <a:spcPts val="0"/>
              </a:spcBef>
              <a:spcAft>
                <a:spcPts val="500"/>
              </a:spcAft>
              <a:buClr>
                <a:schemeClr val="tx1"/>
              </a:buClr>
              <a:buFont typeface="Symbol" panose="05050102010706020507" pitchFamily="18" charset="2"/>
              <a:buChar char="-"/>
              <a:defRPr sz="1600" b="0">
                <a:solidFill>
                  <a:sysClr val="windowText" lastClr="000000"/>
                </a:solidFill>
              </a:defRPr>
            </a:lvl7pPr>
            <a:lvl8pPr marL="792000" indent="-216000">
              <a:spcBef>
                <a:spcPts val="0"/>
              </a:spcBef>
              <a:spcAft>
                <a:spcPts val="500"/>
              </a:spcAft>
              <a:buClr>
                <a:schemeClr val="tx1"/>
              </a:buClr>
              <a:buFont typeface="Symbol" panose="05050102010706020507" pitchFamily="18" charset="2"/>
              <a:buChar char="-"/>
              <a:defRPr sz="1600" b="0">
                <a:solidFill>
                  <a:sysClr val="windowText" lastClr="000000"/>
                </a:solidFill>
              </a:defRPr>
            </a:lvl8pPr>
            <a:lvl9pPr marL="792000" indent="-216000">
              <a:spcBef>
                <a:spcPts val="0"/>
              </a:spcBef>
              <a:spcAft>
                <a:spcPts val="500"/>
              </a:spcAft>
              <a:buClr>
                <a:schemeClr val="tx1"/>
              </a:buClr>
              <a:buFont typeface="Symbol" panose="05050102010706020507" pitchFamily="18" charset="2"/>
              <a:buChar char="-"/>
              <a:defRPr sz="1600" b="0">
                <a:solidFill>
                  <a:sysClr val="windowText" lastClr="000000"/>
                </a:solidFill>
              </a:defRPr>
            </a:lvl9pPr>
          </a:lstStyle>
          <a:p>
            <a:pPr lvl="0"/>
            <a:r>
              <a:rPr lang="de-DE"/>
              <a:t>Mastertextformat bearbeiten</a:t>
            </a:r>
          </a:p>
          <a:p>
            <a:pPr lvl="1"/>
            <a:r>
              <a:rPr lang="de-DE"/>
              <a:t>Zweite Ebene</a:t>
            </a:r>
          </a:p>
          <a:p>
            <a:pPr lvl="2"/>
            <a:r>
              <a:rPr lang="de-DE"/>
              <a:t>Dritte Ebene</a:t>
            </a:r>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9" name="SmartArt-Platzhalter 15">
            <a:extLst>
              <a:ext uri="{FF2B5EF4-FFF2-40B4-BE49-F238E27FC236}">
                <a16:creationId xmlns:a16="http://schemas.microsoft.com/office/drawing/2014/main" id="{EE4BBD11-8834-46F6-B165-62758A26EEC2}"/>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sp>
        <p:nvSpPr>
          <p:cNvPr id="13" name="Rechteck 12">
            <a:extLst>
              <a:ext uri="{FF2B5EF4-FFF2-40B4-BE49-F238E27FC236}">
                <a16:creationId xmlns:a16="http://schemas.microsoft.com/office/drawing/2014/main" id="{7A74835F-3653-43DE-AB8A-55634C8FAEC9}"/>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pic>
        <p:nvPicPr>
          <p:cNvPr id="6" name="Grafik 5">
            <a:extLst>
              <a:ext uri="{FF2B5EF4-FFF2-40B4-BE49-F238E27FC236}">
                <a16:creationId xmlns:a16="http://schemas.microsoft.com/office/drawing/2014/main" id="{09013794-1EB4-7B44-A41B-4354406E9D5C}"/>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4230264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hasCustomPrompt="1"/>
          </p:nvPr>
        </p:nvSpPr>
        <p:spPr bwMode="gray">
          <a:xfrm>
            <a:off x="454025" y="0"/>
            <a:ext cx="8640000" cy="1425575"/>
          </a:xfrm>
        </p:spPr>
        <p:txBody>
          <a:bodyPr/>
          <a:lstStyle>
            <a:lvl1pPr>
              <a:defRPr>
                <a:solidFill>
                  <a:schemeClr val="tx1"/>
                </a:solidFill>
              </a:defRPr>
            </a:lvl1pPr>
            <a:lvl2pPr>
              <a:defRPr>
                <a:gradFill>
                  <a:gsLst>
                    <a:gs pos="100000">
                      <a:schemeClr val="tx2"/>
                    </a:gs>
                    <a:gs pos="15000">
                      <a:schemeClr val="bg2"/>
                    </a:gs>
                  </a:gsLst>
                  <a:lin ang="18600000" scaled="0"/>
                </a:gradFill>
              </a:defRPr>
            </a:lvl2pPr>
            <a:lvl3pPr>
              <a:defRPr>
                <a:gradFill>
                  <a:gsLst>
                    <a:gs pos="100000">
                      <a:schemeClr val="tx2"/>
                    </a:gs>
                    <a:gs pos="15000">
                      <a:schemeClr val="bg2"/>
                    </a:gs>
                  </a:gsLst>
                  <a:lin ang="18600000" scaled="0"/>
                </a:gradFill>
              </a:defRPr>
            </a:lvl3pPr>
            <a:lvl4pPr>
              <a:defRPr>
                <a:gradFill>
                  <a:gsLst>
                    <a:gs pos="100000">
                      <a:schemeClr val="tx2"/>
                    </a:gs>
                    <a:gs pos="15000">
                      <a:schemeClr val="bg2"/>
                    </a:gs>
                  </a:gsLst>
                  <a:lin ang="18600000" scaled="0"/>
                </a:gradFill>
              </a:defRPr>
            </a:lvl4pPr>
            <a:lvl5pPr>
              <a:defRPr>
                <a:gradFill>
                  <a:gsLst>
                    <a:gs pos="100000">
                      <a:schemeClr val="tx2"/>
                    </a:gs>
                    <a:gs pos="15000">
                      <a:schemeClr val="bg2"/>
                    </a:gs>
                  </a:gsLst>
                  <a:lin ang="18600000" scaled="0"/>
                </a:gradFill>
              </a:defRPr>
            </a:lvl5pPr>
            <a:lvl6pPr>
              <a:defRPr>
                <a:gradFill>
                  <a:gsLst>
                    <a:gs pos="100000">
                      <a:schemeClr val="tx2"/>
                    </a:gs>
                    <a:gs pos="15000">
                      <a:schemeClr val="bg2"/>
                    </a:gs>
                  </a:gsLst>
                  <a:lin ang="18600000" scaled="0"/>
                </a:gradFill>
              </a:defRPr>
            </a:lvl6pPr>
            <a:lvl7pPr>
              <a:defRPr>
                <a:gradFill>
                  <a:gsLst>
                    <a:gs pos="100000">
                      <a:schemeClr val="tx2"/>
                    </a:gs>
                    <a:gs pos="15000">
                      <a:schemeClr val="bg2"/>
                    </a:gs>
                  </a:gsLst>
                  <a:lin ang="18600000" scaled="0"/>
                </a:gradFill>
              </a:defRPr>
            </a:lvl7pPr>
            <a:lvl8pPr>
              <a:defRPr>
                <a:gradFill>
                  <a:gsLst>
                    <a:gs pos="100000">
                      <a:schemeClr val="tx2"/>
                    </a:gs>
                    <a:gs pos="15000">
                      <a:schemeClr val="bg2"/>
                    </a:gs>
                  </a:gsLst>
                  <a:lin ang="18600000" scaled="0"/>
                </a:gradFill>
              </a:defRPr>
            </a:lvl8pPr>
            <a:lvl9pPr>
              <a:defRPr>
                <a:gradFill>
                  <a:gsLst>
                    <a:gs pos="100000">
                      <a:schemeClr val="tx2"/>
                    </a:gs>
                    <a:gs pos="15000">
                      <a:schemeClr val="bg2"/>
                    </a:gs>
                  </a:gsLst>
                  <a:lin ang="18600000" scaled="0"/>
                </a:gradFill>
              </a:defRPr>
            </a:lvl9pPr>
          </a:lstStyle>
          <a:p>
            <a:pPr lvl="0"/>
            <a:r>
              <a:rPr lang="de-DE" dirty="0"/>
              <a:t>Agenda</a:t>
            </a:r>
          </a:p>
        </p:txBody>
      </p:sp>
      <p:sp>
        <p:nvSpPr>
          <p:cNvPr id="11" name="Textplatzhalter 10">
            <a:extLst>
              <a:ext uri="{FF2B5EF4-FFF2-40B4-BE49-F238E27FC236}">
                <a16:creationId xmlns:a16="http://schemas.microsoft.com/office/drawing/2014/main" id="{672B44FB-FFE7-41B3-A66D-C181C4E194AD}"/>
              </a:ext>
            </a:extLst>
          </p:cNvPr>
          <p:cNvSpPr>
            <a:spLocks noGrp="1"/>
          </p:cNvSpPr>
          <p:nvPr>
            <p:ph type="body" sz="quarter" idx="13"/>
          </p:nvPr>
        </p:nvSpPr>
        <p:spPr bwMode="gray">
          <a:xfrm>
            <a:off x="885825" y="1425575"/>
            <a:ext cx="10801350" cy="4752975"/>
          </a:xfrm>
        </p:spPr>
        <p:txBody>
          <a:bodyPr/>
          <a:lstStyle>
            <a:lvl1pPr marL="720000" indent="-720000">
              <a:spcBef>
                <a:spcPts val="600"/>
              </a:spcBef>
              <a:spcAft>
                <a:spcPts val="600"/>
              </a:spcAft>
              <a:buClr>
                <a:schemeClr val="bg2"/>
              </a:buClr>
              <a:buFont typeface="+mj-lt"/>
              <a:buAutoNum type="arabicPeriod"/>
              <a:defRPr sz="4400" b="1">
                <a:solidFill>
                  <a:sysClr val="windowText" lastClr="000000"/>
                </a:solidFill>
                <a:latin typeface="+mj-lt"/>
              </a:defRPr>
            </a:lvl1pPr>
            <a:lvl2pPr marL="720000" indent="-720000">
              <a:spcBef>
                <a:spcPts val="600"/>
              </a:spcBef>
              <a:spcAft>
                <a:spcPts val="600"/>
              </a:spcAft>
              <a:buClr>
                <a:schemeClr val="bg2"/>
              </a:buClr>
              <a:buFont typeface="+mj-lt"/>
              <a:buAutoNum type="arabicPeriod"/>
              <a:defRPr sz="4400" b="1">
                <a:solidFill>
                  <a:sysClr val="windowText" lastClr="000000"/>
                </a:solidFill>
                <a:latin typeface="+mj-lt"/>
              </a:defRPr>
            </a:lvl2pPr>
            <a:lvl3pPr marL="720000" indent="-720000">
              <a:spcBef>
                <a:spcPts val="600"/>
              </a:spcBef>
              <a:spcAft>
                <a:spcPts val="600"/>
              </a:spcAft>
              <a:buClr>
                <a:schemeClr val="bg2"/>
              </a:buClr>
              <a:buFont typeface="+mj-lt"/>
              <a:buAutoNum type="arabicPeriod"/>
              <a:defRPr sz="4400" b="1">
                <a:solidFill>
                  <a:sysClr val="windowText" lastClr="000000"/>
                </a:solidFill>
                <a:latin typeface="+mj-lt"/>
              </a:defRPr>
            </a:lvl3pPr>
            <a:lvl4pPr marL="720000" indent="-720000">
              <a:spcBef>
                <a:spcPts val="600"/>
              </a:spcBef>
              <a:spcAft>
                <a:spcPts val="600"/>
              </a:spcAft>
              <a:buClr>
                <a:schemeClr val="bg2"/>
              </a:buClr>
              <a:buFont typeface="+mj-lt"/>
              <a:buAutoNum type="arabicPeriod"/>
              <a:defRPr sz="4400" b="1">
                <a:solidFill>
                  <a:sysClr val="windowText" lastClr="000000"/>
                </a:solidFill>
                <a:latin typeface="+mj-lt"/>
              </a:defRPr>
            </a:lvl4pPr>
            <a:lvl5pPr marL="720000" indent="-720000">
              <a:spcBef>
                <a:spcPts val="600"/>
              </a:spcBef>
              <a:spcAft>
                <a:spcPts val="600"/>
              </a:spcAft>
              <a:buClr>
                <a:schemeClr val="bg2"/>
              </a:buClr>
              <a:buFont typeface="+mj-lt"/>
              <a:buAutoNum type="arabicPeriod"/>
              <a:defRPr sz="4400" b="1">
                <a:solidFill>
                  <a:sysClr val="windowText" lastClr="000000"/>
                </a:solidFill>
                <a:latin typeface="+mj-lt"/>
              </a:defRPr>
            </a:lvl5pPr>
            <a:lvl6pPr marL="720000" indent="-720000">
              <a:spcBef>
                <a:spcPts val="600"/>
              </a:spcBef>
              <a:spcAft>
                <a:spcPts val="600"/>
              </a:spcAft>
              <a:buClr>
                <a:schemeClr val="bg2"/>
              </a:buClr>
              <a:buFont typeface="+mj-lt"/>
              <a:buAutoNum type="arabicPeriod"/>
              <a:defRPr sz="4400" b="1">
                <a:solidFill>
                  <a:sysClr val="windowText" lastClr="000000"/>
                </a:solidFill>
                <a:latin typeface="+mj-lt"/>
              </a:defRPr>
            </a:lvl6pPr>
            <a:lvl7pPr marL="720000" indent="-720000">
              <a:spcBef>
                <a:spcPts val="600"/>
              </a:spcBef>
              <a:spcAft>
                <a:spcPts val="600"/>
              </a:spcAft>
              <a:buClr>
                <a:schemeClr val="bg2"/>
              </a:buClr>
              <a:buFont typeface="+mj-lt"/>
              <a:buAutoNum type="arabicPeriod"/>
              <a:defRPr sz="4400" b="1">
                <a:solidFill>
                  <a:sysClr val="windowText" lastClr="000000"/>
                </a:solidFill>
                <a:latin typeface="+mj-lt"/>
              </a:defRPr>
            </a:lvl7pPr>
            <a:lvl8pPr marL="720000" indent="-720000">
              <a:spcBef>
                <a:spcPts val="600"/>
              </a:spcBef>
              <a:spcAft>
                <a:spcPts val="600"/>
              </a:spcAft>
              <a:buClr>
                <a:schemeClr val="bg2"/>
              </a:buClr>
              <a:buFont typeface="+mj-lt"/>
              <a:buAutoNum type="arabicPeriod"/>
              <a:defRPr sz="4400" b="1">
                <a:solidFill>
                  <a:sysClr val="windowText" lastClr="000000"/>
                </a:solidFill>
                <a:latin typeface="+mj-lt"/>
              </a:defRPr>
            </a:lvl8pPr>
            <a:lvl9pPr marL="720000" indent="-720000">
              <a:spcBef>
                <a:spcPts val="600"/>
              </a:spcBef>
              <a:spcAft>
                <a:spcPts val="600"/>
              </a:spcAft>
              <a:buClr>
                <a:schemeClr val="bg2"/>
              </a:buClr>
              <a:buFont typeface="+mj-lt"/>
              <a:buAutoNum type="arabicPeriod"/>
              <a:defRPr sz="4400" b="1">
                <a:solidFill>
                  <a:sysClr val="windowText" lastClr="000000"/>
                </a:solidFill>
                <a:latin typeface="+mj-lt"/>
              </a:defRPr>
            </a:lvl9pPr>
          </a:lstStyle>
          <a:p>
            <a:pPr lvl="0"/>
            <a:r>
              <a:rPr lang="de-DE"/>
              <a:t>Mastertextformat bearbeiten</a:t>
            </a:r>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0" name="Rechteck 9">
            <a:extLst>
              <a:ext uri="{FF2B5EF4-FFF2-40B4-BE49-F238E27FC236}">
                <a16:creationId xmlns:a16="http://schemas.microsoft.com/office/drawing/2014/main" id="{7922E28C-A082-47F2-B6A8-B106DD7C3B0B}"/>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8" name="SmartArt-Platzhalter 15">
            <a:extLst>
              <a:ext uri="{FF2B5EF4-FFF2-40B4-BE49-F238E27FC236}">
                <a16:creationId xmlns:a16="http://schemas.microsoft.com/office/drawing/2014/main" id="{D346277C-8B35-41E9-BA10-B8DDA2070764}"/>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9" name="Grafik 8">
            <a:extLst>
              <a:ext uri="{FF2B5EF4-FFF2-40B4-BE49-F238E27FC236}">
                <a16:creationId xmlns:a16="http://schemas.microsoft.com/office/drawing/2014/main" id="{DCAE6DDD-D2CF-A746-8F39-878FBEFF90F8}"/>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152832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r Titel">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5" y="0"/>
            <a:ext cx="8640000" cy="1425575"/>
          </a:xfrm>
        </p:spPr>
        <p:txBody>
          <a:bodyPr/>
          <a:lstStyle/>
          <a:p>
            <a:r>
              <a:rPr lang="de-DE"/>
              <a:t>Mastertitelformat bearbeiten</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9" name="Rechteck 8">
            <a:extLst>
              <a:ext uri="{FF2B5EF4-FFF2-40B4-BE49-F238E27FC236}">
                <a16:creationId xmlns:a16="http://schemas.microsoft.com/office/drawing/2014/main" id="{FBC65527-1B56-4930-A780-A299C861A987}"/>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5" name="SmartArt-Platzhalter 15">
            <a:extLst>
              <a:ext uri="{FF2B5EF4-FFF2-40B4-BE49-F238E27FC236}">
                <a16:creationId xmlns:a16="http://schemas.microsoft.com/office/drawing/2014/main" id="{B3E39A9A-74FD-41F7-93DB-18F7E07684FD}"/>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8" name="Grafik 7">
            <a:extLst>
              <a:ext uri="{FF2B5EF4-FFF2-40B4-BE49-F238E27FC236}">
                <a16:creationId xmlns:a16="http://schemas.microsoft.com/office/drawing/2014/main" id="{C7956D4F-E8D5-7043-9C47-D29417A3B1B4}"/>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1255323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Verlauf">
    <p:bg>
      <p:bgPr>
        <a:solidFill>
          <a:srgbClr val="FBFBFA"/>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8620384-C229-4DBA-BD8E-ACE0B590B21A}"/>
              </a:ext>
              <a:ext uri="{C183D7F6-B498-43B3-948B-1728B52AA6E4}">
                <adec:decorative xmlns:adec="http://schemas.microsoft.com/office/drawing/2017/decorative" val="1"/>
              </a:ext>
            </a:extLst>
          </p:cNvPr>
          <p:cNvSpPr/>
          <p:nvPr userDrawn="1"/>
        </p:nvSpPr>
        <p:spPr bwMode="gray">
          <a:xfrm>
            <a:off x="0" y="0"/>
            <a:ext cx="13004800" cy="7042150"/>
          </a:xfrm>
          <a:prstGeom prst="rect">
            <a:avLst/>
          </a:prstGeom>
          <a:gradFill>
            <a:gsLst>
              <a:gs pos="100000">
                <a:schemeClr val="tx2"/>
              </a:gs>
              <a:gs pos="15000">
                <a:schemeClr val="bg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Segoe UI" panose="020B0502040204020203" pitchFamily="34" charset="0"/>
            </a:endParaRPr>
          </a:p>
        </p:txBody>
      </p:sp>
      <p:sp>
        <p:nvSpPr>
          <p:cNvPr id="10" name="Titel 1">
            <a:extLst>
              <a:ext uri="{FF2B5EF4-FFF2-40B4-BE49-F238E27FC236}">
                <a16:creationId xmlns:a16="http://schemas.microsoft.com/office/drawing/2014/main" id="{5B8ECCCB-12ED-4655-92C9-81355A5DDF2F}"/>
              </a:ext>
            </a:extLst>
          </p:cNvPr>
          <p:cNvSpPr>
            <a:spLocks noGrp="1"/>
          </p:cNvSpPr>
          <p:nvPr>
            <p:ph type="title"/>
          </p:nvPr>
        </p:nvSpPr>
        <p:spPr bwMode="blackGray">
          <a:xfrm>
            <a:off x="454025" y="0"/>
            <a:ext cx="8640000" cy="14255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a:t>Mastertitelformat bearbeiten</a:t>
            </a:r>
            <a:endParaRPr lang="de-DE" dirty="0"/>
          </a:p>
        </p:txBody>
      </p:sp>
      <p:sp>
        <p:nvSpPr>
          <p:cNvPr id="17" name="Foliennummernplatzhalter 4">
            <a:extLst>
              <a:ext uri="{FF2B5EF4-FFF2-40B4-BE49-F238E27FC236}">
                <a16:creationId xmlns:a16="http://schemas.microsoft.com/office/drawing/2014/main" id="{918789D9-2DF0-409C-A096-BD884523C270}"/>
              </a:ext>
              <a:ext uri="{C183D7F6-B498-43B3-948B-1728B52AA6E4}">
                <adec:decorative xmlns:adec="http://schemas.microsoft.com/office/drawing/2017/decorative" val="1"/>
              </a:ext>
            </a:extLst>
          </p:cNvPr>
          <p:cNvSpPr txBox="1">
            <a:spLocks/>
          </p:cNvSpPr>
          <p:nvPr userDrawn="1"/>
        </p:nvSpPr>
        <p:spPr bwMode="gray">
          <a:xfrm>
            <a:off x="9185275" y="7527643"/>
            <a:ext cx="2925763" cy="388937"/>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bg1">
                    <a:lumMod val="6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184FF3DF-A5E6-4196-9473-7CBA17E326DE}" type="slidenum">
              <a:rPr lang="de-DE" sz="100" b="1" smtClean="0">
                <a:solidFill>
                  <a:sysClr val="windowText" lastClr="000000"/>
                </a:solidFill>
              </a:rPr>
              <a:pPr>
                <a:defRPr/>
              </a:pPr>
              <a:t>‹Nr.›</a:t>
            </a:fld>
            <a:endParaRPr lang="de-DE" sz="100" b="1" dirty="0">
              <a:solidFill>
                <a:sysClr val="windowText" lastClr="000000"/>
              </a:solidFill>
            </a:endParaRPr>
          </a:p>
        </p:txBody>
      </p:sp>
      <p:sp>
        <p:nvSpPr>
          <p:cNvPr id="18" name="Freihandform: Form 17">
            <a:extLst>
              <a:ext uri="{FF2B5EF4-FFF2-40B4-BE49-F238E27FC236}">
                <a16:creationId xmlns:a16="http://schemas.microsoft.com/office/drawing/2014/main" id="{AA1378DF-8E7B-478F-8336-DC8FCE25D609}"/>
              </a:ext>
              <a:ext uri="{C183D7F6-B498-43B3-948B-1728B52AA6E4}">
                <adec:decorative xmlns:adec="http://schemas.microsoft.com/office/drawing/2017/decorative" val="1"/>
              </a:ext>
            </a:extLst>
          </p:cNvPr>
          <p:cNvSpPr>
            <a:spLocks/>
          </p:cNvSpPr>
          <p:nvPr userDrawn="1"/>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tIns="216000" rIns="216000" bIns="216000" rtlCol="0" anchor="t" anchorCtr="0">
            <a:noAutofit/>
          </a:bodyPr>
          <a:lstStyle/>
          <a:p>
            <a:pPr marL="216000" indent="-216000" algn="l">
              <a:spcBef>
                <a:spcPts val="500"/>
              </a:spcBef>
              <a:spcAft>
                <a:spcPts val="500"/>
              </a:spcAft>
              <a:buFont typeface="Wingdings" panose="05000000000000000000" pitchFamily="2" charset="2"/>
              <a:buChar char="§"/>
            </a:pPr>
            <a:endParaRPr lang="de-DE" sz="1600" dirty="0" err="1"/>
          </a:p>
        </p:txBody>
      </p:sp>
      <p:sp>
        <p:nvSpPr>
          <p:cNvPr id="4" name="Foliennummernplatzhalter 3">
            <a:extLst>
              <a:ext uri="{FF2B5EF4-FFF2-40B4-BE49-F238E27FC236}">
                <a16:creationId xmlns:a16="http://schemas.microsoft.com/office/drawing/2014/main" id="{0DB1EB9A-059A-4561-B9FB-139F2E7301F2}"/>
              </a:ext>
            </a:extLst>
          </p:cNvPr>
          <p:cNvSpPr>
            <a:spLocks noGrp="1"/>
          </p:cNvSpPr>
          <p:nvPr>
            <p:ph type="sldNum" sz="quarter" idx="12"/>
          </p:nvPr>
        </p:nvSpPr>
        <p:spPr/>
        <p:txBody>
          <a:bodyPr/>
          <a:lstStyle/>
          <a:p>
            <a:fld id="{D612FFA8-16F3-4D16-935C-858579C7B661}" type="slidenum">
              <a:rPr lang="de-DE" smtClean="0"/>
              <a:pPr/>
              <a:t>‹Nr.›</a:t>
            </a:fld>
            <a:endParaRPr lang="de-DE"/>
          </a:p>
        </p:txBody>
      </p:sp>
      <p:sp>
        <p:nvSpPr>
          <p:cNvPr id="12" name="Rechteck 11">
            <a:extLst>
              <a:ext uri="{FF2B5EF4-FFF2-40B4-BE49-F238E27FC236}">
                <a16:creationId xmlns:a16="http://schemas.microsoft.com/office/drawing/2014/main" id="{8AB4E944-4C77-4BB5-B445-FAE9A880E961}"/>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5" name="Textfeld 4">
            <a:extLst>
              <a:ext uri="{FF2B5EF4-FFF2-40B4-BE49-F238E27FC236}">
                <a16:creationId xmlns:a16="http://schemas.microsoft.com/office/drawing/2014/main" id="{13025248-C94D-044B-B8B9-F52364E24876}"/>
              </a:ext>
            </a:extLst>
          </p:cNvPr>
          <p:cNvSpPr txBox="1"/>
          <p:nvPr userDrawn="1"/>
        </p:nvSpPr>
        <p:spPr bwMode="gray">
          <a:xfrm>
            <a:off x="1931831" y="7147775"/>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Tree>
    <p:extLst>
      <p:ext uri="{BB962C8B-B14F-4D97-AF65-F5344CB8AC3E}">
        <p14:creationId xmlns:p14="http://schemas.microsoft.com/office/powerpoint/2010/main" val="4291120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 Text">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5" y="0"/>
            <a:ext cx="8640763" cy="1425575"/>
          </a:xfrm>
        </p:spPr>
        <p:txBody>
          <a:bodyPr/>
          <a:lstStyle/>
          <a:p>
            <a:r>
              <a:rPr lang="de-DE"/>
              <a:t>Mastertitelformat bearbeiten</a:t>
            </a:r>
            <a:endParaRPr lang="de-DE" dirty="0"/>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5" y="1860550"/>
            <a:ext cx="7776585"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1" name="Rechteck 10">
            <a:extLst>
              <a:ext uri="{FF2B5EF4-FFF2-40B4-BE49-F238E27FC236}">
                <a16:creationId xmlns:a16="http://schemas.microsoft.com/office/drawing/2014/main" id="{74332D28-FEBF-4A19-BADF-4DACCC6DED21}"/>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7" name="SmartArt-Platzhalter 15">
            <a:extLst>
              <a:ext uri="{FF2B5EF4-FFF2-40B4-BE49-F238E27FC236}">
                <a16:creationId xmlns:a16="http://schemas.microsoft.com/office/drawing/2014/main" id="{A778AE51-1AF2-48BC-8A48-6750BD83403B}"/>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9" name="Grafik 8">
            <a:extLst>
              <a:ext uri="{FF2B5EF4-FFF2-40B4-BE49-F238E27FC236}">
                <a16:creationId xmlns:a16="http://schemas.microsoft.com/office/drawing/2014/main" id="{FC548E3F-42A8-2D47-A372-7569E13F292F}"/>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2511874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x Text">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5" y="0"/>
            <a:ext cx="8640000" cy="1425575"/>
          </a:xfrm>
        </p:spPr>
        <p:txBody>
          <a:bodyPr/>
          <a:lstStyle/>
          <a:p>
            <a:r>
              <a:rPr lang="de-DE"/>
              <a:t>Mastertitelformat bearbeiten</a:t>
            </a:r>
            <a:endParaRPr lang="de-DE" dirty="0"/>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5" y="1860550"/>
            <a:ext cx="5184775"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6">
            <a:extLst>
              <a:ext uri="{FF2B5EF4-FFF2-40B4-BE49-F238E27FC236}">
                <a16:creationId xmlns:a16="http://schemas.microsoft.com/office/drawing/2014/main" id="{A1718452-7078-4C71-AA6F-BB0992A6336C}"/>
              </a:ext>
            </a:extLst>
          </p:cNvPr>
          <p:cNvSpPr>
            <a:spLocks noGrp="1"/>
          </p:cNvSpPr>
          <p:nvPr>
            <p:ph type="body" sz="quarter" idx="14"/>
          </p:nvPr>
        </p:nvSpPr>
        <p:spPr bwMode="gray">
          <a:xfrm>
            <a:off x="6502400" y="1860550"/>
            <a:ext cx="5184775"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 uri="{C183D7F6-B498-43B3-948B-1728B52AA6E4}">
                <adec:decorative xmlns:adec="http://schemas.microsoft.com/office/drawing/2017/decorative" val="0"/>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2" name="Rechteck 11">
            <a:extLst>
              <a:ext uri="{FF2B5EF4-FFF2-40B4-BE49-F238E27FC236}">
                <a16:creationId xmlns:a16="http://schemas.microsoft.com/office/drawing/2014/main" id="{8E96274E-139C-461E-8064-9CDB192B10A3}"/>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8" name="SmartArt-Platzhalter 15">
            <a:extLst>
              <a:ext uri="{FF2B5EF4-FFF2-40B4-BE49-F238E27FC236}">
                <a16:creationId xmlns:a16="http://schemas.microsoft.com/office/drawing/2014/main" id="{3AE8AF3D-C01D-486B-BA38-9FA3517E547B}"/>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0" name="Grafik 9">
            <a:extLst>
              <a:ext uri="{FF2B5EF4-FFF2-40B4-BE49-F238E27FC236}">
                <a16:creationId xmlns:a16="http://schemas.microsoft.com/office/drawing/2014/main" id="{2F0CA3E6-DA16-0B4A-A8DB-28D65001487C}"/>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29105602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x Text">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5" y="0"/>
            <a:ext cx="8640000" cy="1425575"/>
          </a:xfrm>
        </p:spPr>
        <p:txBody>
          <a:bodyPr/>
          <a:lstStyle/>
          <a:p>
            <a:r>
              <a:rPr lang="de-DE"/>
              <a:t>Mastertitelformat bearbeiten</a:t>
            </a:r>
            <a:endParaRPr lang="de-DE" dirty="0"/>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C2B55EFC-7C78-478B-90F7-B3CA49DC396A}" type="datetime1">
              <a:rPr lang="de-DE" smtClean="0"/>
              <a:t>03.12.25</a:t>
            </a:fld>
            <a:endParaRPr lang="de-DE"/>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5" y="1860550"/>
            <a:ext cx="3456000"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6">
            <a:extLst>
              <a:ext uri="{FF2B5EF4-FFF2-40B4-BE49-F238E27FC236}">
                <a16:creationId xmlns:a16="http://schemas.microsoft.com/office/drawing/2014/main" id="{A1718452-7078-4C71-AA6F-BB0992A6336C}"/>
              </a:ext>
            </a:extLst>
          </p:cNvPr>
          <p:cNvSpPr>
            <a:spLocks noGrp="1"/>
          </p:cNvSpPr>
          <p:nvPr>
            <p:ph type="body" sz="quarter" idx="14"/>
          </p:nvPr>
        </p:nvSpPr>
        <p:spPr bwMode="gray">
          <a:xfrm>
            <a:off x="4775188" y="1860550"/>
            <a:ext cx="3456000"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Textplatzhalter 6">
            <a:extLst>
              <a:ext uri="{FF2B5EF4-FFF2-40B4-BE49-F238E27FC236}">
                <a16:creationId xmlns:a16="http://schemas.microsoft.com/office/drawing/2014/main" id="{216D4528-4226-48B6-9E32-269568DA178E}"/>
              </a:ext>
            </a:extLst>
          </p:cNvPr>
          <p:cNvSpPr>
            <a:spLocks noGrp="1"/>
          </p:cNvSpPr>
          <p:nvPr>
            <p:ph type="body" sz="quarter" idx="15"/>
          </p:nvPr>
        </p:nvSpPr>
        <p:spPr bwMode="gray">
          <a:xfrm>
            <a:off x="8668044" y="1860550"/>
            <a:ext cx="3456000"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3" name="Rechteck 12">
            <a:extLst>
              <a:ext uri="{FF2B5EF4-FFF2-40B4-BE49-F238E27FC236}">
                <a16:creationId xmlns:a16="http://schemas.microsoft.com/office/drawing/2014/main" id="{870D22A1-EFBD-4A03-B758-4E88717ADC2B}"/>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9" name="SmartArt-Platzhalter 15">
            <a:extLst>
              <a:ext uri="{FF2B5EF4-FFF2-40B4-BE49-F238E27FC236}">
                <a16:creationId xmlns:a16="http://schemas.microsoft.com/office/drawing/2014/main" id="{55B82905-5EB6-4625-AAE5-29C8C5F49D08}"/>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1" name="Grafik 10">
            <a:extLst>
              <a:ext uri="{FF2B5EF4-FFF2-40B4-BE49-F238E27FC236}">
                <a16:creationId xmlns:a16="http://schemas.microsoft.com/office/drawing/2014/main" id="{430B3ADA-07B9-B848-9690-1C8D401E3DE2}"/>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1747117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x Text">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5" y="0"/>
            <a:ext cx="8640000" cy="1425575"/>
          </a:xfrm>
        </p:spPr>
        <p:txBody>
          <a:bodyPr/>
          <a:lstStyle/>
          <a:p>
            <a:r>
              <a:rPr lang="de-DE"/>
              <a:t>Mastertitelformat bearbeiten</a:t>
            </a:r>
            <a:endParaRPr lang="de-DE" dirty="0"/>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76F6B8CA-379F-4561-BF99-2CCCD1A3E2DD}" type="datetime1">
              <a:rPr lang="de-DE" smtClean="0"/>
              <a:t>03.12.25</a:t>
            </a:fld>
            <a:endParaRPr lang="de-DE"/>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5" y="1860550"/>
            <a:ext cx="2376000"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6">
            <a:extLst>
              <a:ext uri="{FF2B5EF4-FFF2-40B4-BE49-F238E27FC236}">
                <a16:creationId xmlns:a16="http://schemas.microsoft.com/office/drawing/2014/main" id="{A1718452-7078-4C71-AA6F-BB0992A6336C}"/>
              </a:ext>
            </a:extLst>
          </p:cNvPr>
          <p:cNvSpPr>
            <a:spLocks noGrp="1"/>
          </p:cNvSpPr>
          <p:nvPr>
            <p:ph type="body" sz="quarter" idx="14"/>
          </p:nvPr>
        </p:nvSpPr>
        <p:spPr bwMode="gray">
          <a:xfrm>
            <a:off x="3694600" y="1860550"/>
            <a:ext cx="2376000"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Textplatzhalter 6">
            <a:extLst>
              <a:ext uri="{FF2B5EF4-FFF2-40B4-BE49-F238E27FC236}">
                <a16:creationId xmlns:a16="http://schemas.microsoft.com/office/drawing/2014/main" id="{216D4528-4226-48B6-9E32-269568DA178E}"/>
              </a:ext>
            </a:extLst>
          </p:cNvPr>
          <p:cNvSpPr>
            <a:spLocks noGrp="1"/>
          </p:cNvSpPr>
          <p:nvPr>
            <p:ph type="body" sz="quarter" idx="15"/>
          </p:nvPr>
        </p:nvSpPr>
        <p:spPr bwMode="gray">
          <a:xfrm>
            <a:off x="6502400" y="1860550"/>
            <a:ext cx="2376000"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Textplatzhalter 6">
            <a:extLst>
              <a:ext uri="{FF2B5EF4-FFF2-40B4-BE49-F238E27FC236}">
                <a16:creationId xmlns:a16="http://schemas.microsoft.com/office/drawing/2014/main" id="{3FE7959D-EA29-451B-BD70-830104E4BA08}"/>
              </a:ext>
            </a:extLst>
          </p:cNvPr>
          <p:cNvSpPr>
            <a:spLocks noGrp="1"/>
          </p:cNvSpPr>
          <p:nvPr>
            <p:ph type="body" sz="quarter" idx="16"/>
          </p:nvPr>
        </p:nvSpPr>
        <p:spPr bwMode="gray">
          <a:xfrm>
            <a:off x="9313057" y="1857375"/>
            <a:ext cx="2376000"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4" name="Rechteck 13">
            <a:extLst>
              <a:ext uri="{FF2B5EF4-FFF2-40B4-BE49-F238E27FC236}">
                <a16:creationId xmlns:a16="http://schemas.microsoft.com/office/drawing/2014/main" id="{C84DD772-123F-42C8-9213-1741585B1755}"/>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20" name="SmartArt-Platzhalter 15">
            <a:extLst>
              <a:ext uri="{FF2B5EF4-FFF2-40B4-BE49-F238E27FC236}">
                <a16:creationId xmlns:a16="http://schemas.microsoft.com/office/drawing/2014/main" id="{FEB55F99-B208-4E18-BE61-FB1025462670}"/>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2" name="Grafik 11">
            <a:extLst>
              <a:ext uri="{FF2B5EF4-FFF2-40B4-BE49-F238E27FC236}">
                <a16:creationId xmlns:a16="http://schemas.microsoft.com/office/drawing/2014/main" id="{89319E0E-4558-0D48-AFA7-769292EC2F3B}"/>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2498753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 Bild klein">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4" y="0"/>
            <a:ext cx="8208964" cy="1425575"/>
          </a:xfrm>
        </p:spPr>
        <p:txBody>
          <a:bodyPr/>
          <a:lstStyle/>
          <a:p>
            <a:r>
              <a:rPr lang="de-DE"/>
              <a:t>Mastertitelformat bearbeiten</a:t>
            </a:r>
            <a:endParaRPr lang="de-DE" dirty="0"/>
          </a:p>
        </p:txBody>
      </p:sp>
      <p:sp>
        <p:nvSpPr>
          <p:cNvPr id="9" name="Bildplatzhalter 8">
            <a:extLst>
              <a:ext uri="{FF2B5EF4-FFF2-40B4-BE49-F238E27FC236}">
                <a16:creationId xmlns:a16="http://schemas.microsoft.com/office/drawing/2014/main" id="{64FDF305-3221-403D-90A4-C0BBDFA76F6B}"/>
              </a:ext>
            </a:extLst>
          </p:cNvPr>
          <p:cNvSpPr>
            <a:spLocks noGrp="1"/>
          </p:cNvSpPr>
          <p:nvPr>
            <p:ph type="pic" sz="quarter" idx="14" hasCustomPrompt="1"/>
          </p:nvPr>
        </p:nvSpPr>
        <p:spPr bwMode="gray">
          <a:xfrm>
            <a:off x="9094788" y="0"/>
            <a:ext cx="3910012" cy="7042150"/>
          </a:xfrm>
          <a:prstGeom prst="rect">
            <a:avLst/>
          </a:prstGeom>
        </p:spPr>
        <p:txBody>
          <a:bodyPr wrap="square" tIns="190800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504B7C9F-B004-43DD-95EA-B6D2310236C7}" type="datetime1">
              <a:rPr lang="de-DE" smtClean="0"/>
              <a:t>03.12.25</a:t>
            </a:fld>
            <a:endParaRPr lang="de-DE"/>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4" y="1860550"/>
            <a:ext cx="7345364"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3" name="Rechteck 12">
            <a:extLst>
              <a:ext uri="{FF2B5EF4-FFF2-40B4-BE49-F238E27FC236}">
                <a16:creationId xmlns:a16="http://schemas.microsoft.com/office/drawing/2014/main" id="{5A6577B2-CBB6-423D-AD87-79C569F4F27F}"/>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4" name="SmartArt-Platzhalter 15">
            <a:extLst>
              <a:ext uri="{FF2B5EF4-FFF2-40B4-BE49-F238E27FC236}">
                <a16:creationId xmlns:a16="http://schemas.microsoft.com/office/drawing/2014/main" id="{4ECF2AF0-76E0-479C-A989-421D437BE950}"/>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1" name="Grafik 10">
            <a:extLst>
              <a:ext uri="{FF2B5EF4-FFF2-40B4-BE49-F238E27FC236}">
                <a16:creationId xmlns:a16="http://schemas.microsoft.com/office/drawing/2014/main" id="{D8F5B7AF-57A4-6942-8D38-C1D6CAAF5B5D}"/>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3447314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 Bild mittel">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4" y="0"/>
            <a:ext cx="5616576" cy="1425575"/>
          </a:xfrm>
        </p:spPr>
        <p:txBody>
          <a:bodyPr/>
          <a:lstStyle/>
          <a:p>
            <a:r>
              <a:rPr lang="de-DE"/>
              <a:t>Mastertitelformat bearbeiten</a:t>
            </a:r>
            <a:endParaRPr lang="de-DE" dirty="0"/>
          </a:p>
        </p:txBody>
      </p:sp>
      <p:sp>
        <p:nvSpPr>
          <p:cNvPr id="13" name="Bildplatzhalter 12">
            <a:extLst>
              <a:ext uri="{FF2B5EF4-FFF2-40B4-BE49-F238E27FC236}">
                <a16:creationId xmlns:a16="http://schemas.microsoft.com/office/drawing/2014/main" id="{5418434C-DF41-44B6-87DE-2958D41FA0D6}"/>
              </a:ext>
            </a:extLst>
          </p:cNvPr>
          <p:cNvSpPr>
            <a:spLocks noGrp="1"/>
          </p:cNvSpPr>
          <p:nvPr>
            <p:ph type="pic" sz="quarter" idx="14" hasCustomPrompt="1"/>
          </p:nvPr>
        </p:nvSpPr>
        <p:spPr bwMode="gray">
          <a:xfrm>
            <a:off x="6502400" y="0"/>
            <a:ext cx="6502400" cy="7042150"/>
          </a:xfrm>
          <a:prstGeom prst="rect">
            <a:avLst/>
          </a:prstGeom>
        </p:spPr>
        <p:txBody>
          <a:bodyPr wrap="square" tIns="1728000" anchor="ctr">
            <a:noAutofit/>
          </a:bodyPr>
          <a:lstStyle>
            <a:lvl1pPr algn="ctr">
              <a:spcBef>
                <a:spcPts val="0"/>
              </a:spcBef>
              <a:spcAft>
                <a:spcPts val="0"/>
              </a:spcAft>
              <a:defRPr sz="1200"/>
            </a:lvl1pPr>
          </a:lstStyle>
          <a:p>
            <a:r>
              <a:rPr lang="de-DE" dirty="0"/>
              <a:t>Fügen Sie ein Bild über Klicken 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5BADE03E-588C-4DA7-A5D5-3A8DC258A59B}" type="datetime1">
              <a:rPr lang="de-DE" smtClean="0"/>
              <a:t>03.12.25</a:t>
            </a:fld>
            <a:endParaRPr lang="de-DE"/>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4" y="1860550"/>
            <a:ext cx="4752975"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1" name="Rechteck 10">
            <a:extLst>
              <a:ext uri="{FF2B5EF4-FFF2-40B4-BE49-F238E27FC236}">
                <a16:creationId xmlns:a16="http://schemas.microsoft.com/office/drawing/2014/main" id="{73D31C79-4F40-4167-8DD9-FA30BBB28840}"/>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5" name="SmartArt-Platzhalter 15">
            <a:extLst>
              <a:ext uri="{FF2B5EF4-FFF2-40B4-BE49-F238E27FC236}">
                <a16:creationId xmlns:a16="http://schemas.microsoft.com/office/drawing/2014/main" id="{B4BC9397-F940-4541-A10C-9962ECB9E374}"/>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0" name="Grafik 9">
            <a:extLst>
              <a:ext uri="{FF2B5EF4-FFF2-40B4-BE49-F238E27FC236}">
                <a16:creationId xmlns:a16="http://schemas.microsoft.com/office/drawing/2014/main" id="{9C97D0D7-8F40-8647-8827-36B9F94F469E}"/>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1954926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 Bild groß">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5" y="0"/>
            <a:ext cx="4319588" cy="1425575"/>
          </a:xfrm>
        </p:spPr>
        <p:txBody>
          <a:bodyPr/>
          <a:lstStyle/>
          <a:p>
            <a:r>
              <a:rPr lang="de-DE"/>
              <a:t>Mastertitelformat bearbeiten</a:t>
            </a:r>
            <a:endParaRPr lang="de-DE" dirty="0"/>
          </a:p>
        </p:txBody>
      </p:sp>
      <p:sp>
        <p:nvSpPr>
          <p:cNvPr id="31" name="Bildplatzhalter 30">
            <a:extLst>
              <a:ext uri="{FF2B5EF4-FFF2-40B4-BE49-F238E27FC236}">
                <a16:creationId xmlns:a16="http://schemas.microsoft.com/office/drawing/2014/main" id="{F3FA2A8C-1E1F-4D8E-9247-11E5E421E126}"/>
              </a:ext>
            </a:extLst>
          </p:cNvPr>
          <p:cNvSpPr>
            <a:spLocks noGrp="1"/>
          </p:cNvSpPr>
          <p:nvPr>
            <p:ph type="pic" sz="quarter" idx="14" hasCustomPrompt="1"/>
          </p:nvPr>
        </p:nvSpPr>
        <p:spPr bwMode="gray">
          <a:xfrm>
            <a:off x="5207000" y="0"/>
            <a:ext cx="7797800" cy="7042150"/>
          </a:xfrm>
          <a:prstGeom prst="rect">
            <a:avLst/>
          </a:prstGeom>
        </p:spPr>
        <p:txBody>
          <a:bodyPr wrap="square" tIns="1728000" anchor="ctr">
            <a:noAutofit/>
          </a:bodyPr>
          <a:lstStyle>
            <a:lvl1pPr algn="ctr">
              <a:spcBef>
                <a:spcPts val="0"/>
              </a:spcBef>
              <a:spcAft>
                <a:spcPts val="0"/>
              </a:spcAft>
              <a:defRPr sz="1200"/>
            </a:lvl1pPr>
          </a:lstStyle>
          <a:p>
            <a:r>
              <a:rPr lang="de-DE" dirty="0"/>
              <a:t>Fügen Sie ein Bild über Klicken 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2DA0AC90-9067-48AE-92C0-BC2A61DF9572}" type="datetime1">
              <a:rPr lang="de-DE" smtClean="0"/>
              <a:t>03.12.25</a:t>
            </a:fld>
            <a:endParaRPr lang="de-DE"/>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4" y="1860550"/>
            <a:ext cx="3456000"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1" name="Rechteck 10">
            <a:extLst>
              <a:ext uri="{FF2B5EF4-FFF2-40B4-BE49-F238E27FC236}">
                <a16:creationId xmlns:a16="http://schemas.microsoft.com/office/drawing/2014/main" id="{D841B041-CA0D-4759-85BB-58F8C4E18D95}"/>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4" name="SmartArt-Platzhalter 15">
            <a:extLst>
              <a:ext uri="{FF2B5EF4-FFF2-40B4-BE49-F238E27FC236}">
                <a16:creationId xmlns:a16="http://schemas.microsoft.com/office/drawing/2014/main" id="{5EDF0ADB-90DF-45DE-AC55-A33E7A440C78}"/>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0" name="Grafik 9">
            <a:extLst>
              <a:ext uri="{FF2B5EF4-FFF2-40B4-BE49-F238E27FC236}">
                <a16:creationId xmlns:a16="http://schemas.microsoft.com/office/drawing/2014/main" id="{EC7CF292-5CD4-9647-B097-BA2A045E1BA9}"/>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39332705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 2x Bild klein">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4" y="0"/>
            <a:ext cx="8208964" cy="1425575"/>
          </a:xfrm>
        </p:spPr>
        <p:txBody>
          <a:bodyPr/>
          <a:lstStyle/>
          <a:p>
            <a:r>
              <a:rPr lang="de-DE"/>
              <a:t>Mastertitelformat bearbeiten</a:t>
            </a:r>
            <a:endParaRPr lang="de-DE" dirty="0"/>
          </a:p>
        </p:txBody>
      </p:sp>
      <p:sp>
        <p:nvSpPr>
          <p:cNvPr id="13" name="Bildplatzhalter 12">
            <a:extLst>
              <a:ext uri="{FF2B5EF4-FFF2-40B4-BE49-F238E27FC236}">
                <a16:creationId xmlns:a16="http://schemas.microsoft.com/office/drawing/2014/main" id="{045CF425-E922-4C00-98B9-2117F3977AB5}"/>
              </a:ext>
            </a:extLst>
          </p:cNvPr>
          <p:cNvSpPr>
            <a:spLocks noGrp="1"/>
          </p:cNvSpPr>
          <p:nvPr>
            <p:ph type="pic" sz="quarter" idx="14" hasCustomPrompt="1"/>
          </p:nvPr>
        </p:nvSpPr>
        <p:spPr bwMode="gray">
          <a:xfrm>
            <a:off x="9094788" y="1"/>
            <a:ext cx="3910012" cy="3585363"/>
          </a:xfrm>
          <a:prstGeom prst="rect">
            <a:avLst/>
          </a:prstGeom>
        </p:spPr>
        <p:txBody>
          <a:bodyPr wrap="square" tIns="187200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11" name="Bildplatzhalter 10">
            <a:extLst>
              <a:ext uri="{FF2B5EF4-FFF2-40B4-BE49-F238E27FC236}">
                <a16:creationId xmlns:a16="http://schemas.microsoft.com/office/drawing/2014/main" id="{0C29CF8C-96F4-4FC6-85A9-5808E315A5D3}"/>
              </a:ext>
            </a:extLst>
          </p:cNvPr>
          <p:cNvSpPr>
            <a:spLocks noGrp="1"/>
          </p:cNvSpPr>
          <p:nvPr>
            <p:ph type="pic" sz="quarter" idx="15" hasCustomPrompt="1"/>
          </p:nvPr>
        </p:nvSpPr>
        <p:spPr bwMode="gray">
          <a:xfrm>
            <a:off x="9094788" y="3585364"/>
            <a:ext cx="3910012" cy="3456000"/>
          </a:xfrm>
          <a:prstGeom prst="rect">
            <a:avLst/>
          </a:prstGeom>
        </p:spPr>
        <p:txBody>
          <a:bodyPr wrap="square" tIns="187200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E8A64834-7490-47B9-B49B-7D91DF3FA1CC}" type="datetime1">
              <a:rPr lang="de-DE" smtClean="0"/>
              <a:t>03.12.25</a:t>
            </a:fld>
            <a:endParaRPr lang="de-DE"/>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4" y="1860550"/>
            <a:ext cx="7345364"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2" name="Rechteck 11">
            <a:extLst>
              <a:ext uri="{FF2B5EF4-FFF2-40B4-BE49-F238E27FC236}">
                <a16:creationId xmlns:a16="http://schemas.microsoft.com/office/drawing/2014/main" id="{DF89336E-8C7F-44FB-935E-DD40D588E6F0}"/>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7" name="SmartArt-Platzhalter 15">
            <a:extLst>
              <a:ext uri="{FF2B5EF4-FFF2-40B4-BE49-F238E27FC236}">
                <a16:creationId xmlns:a16="http://schemas.microsoft.com/office/drawing/2014/main" id="{CB9CD65D-EEB5-4163-A3FC-CBFDF2A34332}"/>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4" name="Grafik 13">
            <a:extLst>
              <a:ext uri="{FF2B5EF4-FFF2-40B4-BE49-F238E27FC236}">
                <a16:creationId xmlns:a16="http://schemas.microsoft.com/office/drawing/2014/main" id="{FF691C20-3083-424D-A500-4C574C516AEE}"/>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2808525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 2x Bild mittel">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4" y="0"/>
            <a:ext cx="5616575" cy="1425575"/>
          </a:xfrm>
        </p:spPr>
        <p:txBody>
          <a:bodyPr/>
          <a:lstStyle/>
          <a:p>
            <a:r>
              <a:rPr lang="de-DE"/>
              <a:t>Mastertitelformat bearbeiten</a:t>
            </a:r>
            <a:endParaRPr lang="de-DE" dirty="0"/>
          </a:p>
        </p:txBody>
      </p:sp>
      <p:sp>
        <p:nvSpPr>
          <p:cNvPr id="9" name="Bildplatzhalter 8">
            <a:extLst>
              <a:ext uri="{FF2B5EF4-FFF2-40B4-BE49-F238E27FC236}">
                <a16:creationId xmlns:a16="http://schemas.microsoft.com/office/drawing/2014/main" id="{2E883591-1B67-4B53-A85B-ADD22FCADE27}"/>
              </a:ext>
            </a:extLst>
          </p:cNvPr>
          <p:cNvSpPr>
            <a:spLocks noGrp="1"/>
          </p:cNvSpPr>
          <p:nvPr>
            <p:ph type="pic" sz="quarter" idx="14" hasCustomPrompt="1"/>
          </p:nvPr>
        </p:nvSpPr>
        <p:spPr bwMode="gray">
          <a:xfrm>
            <a:off x="6502400" y="1"/>
            <a:ext cx="6502400" cy="3586163"/>
          </a:xfrm>
          <a:prstGeom prst="rect">
            <a:avLst/>
          </a:prstGeom>
        </p:spPr>
        <p:txBody>
          <a:bodyPr wrap="square" tIns="1728000" anchor="ctr">
            <a:noAutofit/>
          </a:bodyPr>
          <a:lstStyle>
            <a:lvl1pPr algn="ctr">
              <a:spcBef>
                <a:spcPts val="0"/>
              </a:spcBef>
              <a:spcAft>
                <a:spcPts val="0"/>
              </a:spcAft>
              <a:defRPr sz="1200"/>
            </a:lvl1pPr>
          </a:lstStyle>
          <a:p>
            <a:r>
              <a:rPr lang="de-DE" dirty="0"/>
              <a:t>Fügen Sie ein Bild über Klicken 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10" name="Bildplatzhalter 9">
            <a:extLst>
              <a:ext uri="{FF2B5EF4-FFF2-40B4-BE49-F238E27FC236}">
                <a16:creationId xmlns:a16="http://schemas.microsoft.com/office/drawing/2014/main" id="{663A9F80-27C0-4974-8A6F-E2E16223713B}"/>
              </a:ext>
            </a:extLst>
          </p:cNvPr>
          <p:cNvSpPr>
            <a:spLocks noGrp="1"/>
          </p:cNvSpPr>
          <p:nvPr>
            <p:ph type="pic" sz="quarter" idx="15" hasCustomPrompt="1"/>
          </p:nvPr>
        </p:nvSpPr>
        <p:spPr bwMode="gray">
          <a:xfrm>
            <a:off x="6502400" y="3586165"/>
            <a:ext cx="6502400" cy="3455985"/>
          </a:xfrm>
          <a:prstGeom prst="rect">
            <a:avLst/>
          </a:prstGeom>
        </p:spPr>
        <p:txBody>
          <a:bodyPr wrap="square" tIns="1728000" anchor="ctr">
            <a:noAutofit/>
          </a:bodyPr>
          <a:lstStyle>
            <a:lvl1pPr algn="ctr">
              <a:spcBef>
                <a:spcPts val="0"/>
              </a:spcBef>
              <a:spcAft>
                <a:spcPts val="0"/>
              </a:spcAft>
              <a:defRPr sz="1200"/>
            </a:lvl1pPr>
          </a:lstStyle>
          <a:p>
            <a:r>
              <a:rPr lang="de-DE" dirty="0"/>
              <a:t>Fügen Sie ein Bild über Klicken 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D529E54E-C5C5-4BFB-B0D4-68070FD9DF5C}" type="datetime1">
              <a:rPr lang="de-DE" smtClean="0"/>
              <a:t>03.12.25</a:t>
            </a:fld>
            <a:endParaRPr lang="de-DE"/>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4" y="1860550"/>
            <a:ext cx="4752975"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3" name="Rechteck 12">
            <a:extLst>
              <a:ext uri="{FF2B5EF4-FFF2-40B4-BE49-F238E27FC236}">
                <a16:creationId xmlns:a16="http://schemas.microsoft.com/office/drawing/2014/main" id="{EDF22F25-B7DB-4077-9CC5-375E93A897BD}"/>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5" name="SmartArt-Platzhalter 15">
            <a:extLst>
              <a:ext uri="{FF2B5EF4-FFF2-40B4-BE49-F238E27FC236}">
                <a16:creationId xmlns:a16="http://schemas.microsoft.com/office/drawing/2014/main" id="{DE64D0B6-9F30-47F6-B3FA-DE601144FCC3}"/>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2" name="Grafik 11">
            <a:extLst>
              <a:ext uri="{FF2B5EF4-FFF2-40B4-BE49-F238E27FC236}">
                <a16:creationId xmlns:a16="http://schemas.microsoft.com/office/drawing/2014/main" id="{1845ECBD-85AD-0A48-8F53-6C55276A0563}"/>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4635294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x Text + 2x Bild">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5" y="0"/>
            <a:ext cx="8640000" cy="1425575"/>
          </a:xfrm>
        </p:spPr>
        <p:txBody>
          <a:bodyPr/>
          <a:lstStyle/>
          <a:p>
            <a:r>
              <a:rPr lang="de-DE"/>
              <a:t>Mastertitelformat bearbeiten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76D15CDF-16B5-43D2-8591-DB3F61A148D2}" type="datetime1">
              <a:rPr lang="de-DE" smtClean="0"/>
              <a:t>03.12.25</a:t>
            </a:fld>
            <a:endParaRPr lang="de-DE"/>
          </a:p>
        </p:txBody>
      </p:sp>
      <p:sp>
        <p:nvSpPr>
          <p:cNvPr id="9" name="Bildplatzhalter 8">
            <a:extLst>
              <a:ext uri="{FF2B5EF4-FFF2-40B4-BE49-F238E27FC236}">
                <a16:creationId xmlns:a16="http://schemas.microsoft.com/office/drawing/2014/main" id="{5809AE71-97C2-4368-82A6-9411845C4C30}"/>
              </a:ext>
            </a:extLst>
          </p:cNvPr>
          <p:cNvSpPr>
            <a:spLocks noGrp="1"/>
          </p:cNvSpPr>
          <p:nvPr>
            <p:ph type="pic" sz="quarter" idx="15" hasCustomPrompt="1"/>
          </p:nvPr>
        </p:nvSpPr>
        <p:spPr bwMode="gray">
          <a:xfrm>
            <a:off x="885825" y="1857375"/>
            <a:ext cx="5616575" cy="2592388"/>
          </a:xfrm>
          <a:prstGeom prst="rect">
            <a:avLst/>
          </a:prstGeom>
        </p:spPr>
        <p:txBody>
          <a:bodyPr wrap="square" lIns="0" tIns="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br>
              <a:rPr lang="de-DE" dirty="0"/>
            </a:b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4" y="4881563"/>
            <a:ext cx="5400000" cy="172878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3" name="Bildplatzhalter 8">
            <a:extLst>
              <a:ext uri="{FF2B5EF4-FFF2-40B4-BE49-F238E27FC236}">
                <a16:creationId xmlns:a16="http://schemas.microsoft.com/office/drawing/2014/main" id="{F58E38BB-C54E-4357-87FF-E02D46FC5F19}"/>
              </a:ext>
            </a:extLst>
          </p:cNvPr>
          <p:cNvSpPr>
            <a:spLocks noGrp="1"/>
          </p:cNvSpPr>
          <p:nvPr>
            <p:ph type="pic" sz="quarter" idx="16" hasCustomPrompt="1"/>
          </p:nvPr>
        </p:nvSpPr>
        <p:spPr bwMode="gray">
          <a:xfrm>
            <a:off x="6502400" y="1857375"/>
            <a:ext cx="5616575" cy="2592388"/>
          </a:xfrm>
          <a:prstGeom prst="rect">
            <a:avLst/>
          </a:prstGeom>
        </p:spPr>
        <p:txBody>
          <a:bodyPr wrap="square" lIns="0" tIns="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br>
              <a:rPr lang="de-DE" dirty="0"/>
            </a:b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8" name="Textplatzhalter 6">
            <a:extLst>
              <a:ext uri="{FF2B5EF4-FFF2-40B4-BE49-F238E27FC236}">
                <a16:creationId xmlns:a16="http://schemas.microsoft.com/office/drawing/2014/main" id="{A1718452-7078-4C71-AA6F-BB0992A6336C}"/>
              </a:ext>
            </a:extLst>
          </p:cNvPr>
          <p:cNvSpPr>
            <a:spLocks noGrp="1"/>
          </p:cNvSpPr>
          <p:nvPr>
            <p:ph type="body" sz="quarter" idx="14"/>
          </p:nvPr>
        </p:nvSpPr>
        <p:spPr bwMode="gray">
          <a:xfrm>
            <a:off x="6502399" y="4881563"/>
            <a:ext cx="5400000" cy="172878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4" name="Rechteck 13">
            <a:extLst>
              <a:ext uri="{FF2B5EF4-FFF2-40B4-BE49-F238E27FC236}">
                <a16:creationId xmlns:a16="http://schemas.microsoft.com/office/drawing/2014/main" id="{C4B34527-C6E1-4079-BFE6-20C89EE64960}"/>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20" name="SmartArt-Platzhalter 15">
            <a:extLst>
              <a:ext uri="{FF2B5EF4-FFF2-40B4-BE49-F238E27FC236}">
                <a16:creationId xmlns:a16="http://schemas.microsoft.com/office/drawing/2014/main" id="{1E5CB0C5-652C-446F-9D2E-753C75FF0E1D}"/>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2" name="Grafik 11">
            <a:extLst>
              <a:ext uri="{FF2B5EF4-FFF2-40B4-BE49-F238E27FC236}">
                <a16:creationId xmlns:a16="http://schemas.microsoft.com/office/drawing/2014/main" id="{949A6EC1-526C-464D-B703-8E7B27BAC9B5}"/>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970168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x Text + 4x Bild">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5" y="0"/>
            <a:ext cx="8640000" cy="1425575"/>
          </a:xfrm>
        </p:spPr>
        <p:txBody>
          <a:bodyPr/>
          <a:lstStyle/>
          <a:p>
            <a:r>
              <a:rPr lang="de-DE"/>
              <a:t>Mastertitelformat bearbeiten</a:t>
            </a:r>
            <a:endParaRPr lang="de-DE" dirty="0"/>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69A2EBD3-FD46-4206-AD25-D4F8EBFAE58D}" type="datetime1">
              <a:rPr lang="de-DE" smtClean="0"/>
              <a:t>03.12.25</a:t>
            </a:fld>
            <a:endParaRPr lang="de-DE"/>
          </a:p>
        </p:txBody>
      </p:sp>
      <p:sp>
        <p:nvSpPr>
          <p:cNvPr id="9" name="Bildplatzhalter 8">
            <a:extLst>
              <a:ext uri="{FF2B5EF4-FFF2-40B4-BE49-F238E27FC236}">
                <a16:creationId xmlns:a16="http://schemas.microsoft.com/office/drawing/2014/main" id="{5809AE71-97C2-4368-82A6-9411845C4C30}"/>
              </a:ext>
            </a:extLst>
          </p:cNvPr>
          <p:cNvSpPr>
            <a:spLocks noGrp="1"/>
          </p:cNvSpPr>
          <p:nvPr>
            <p:ph type="pic" sz="quarter" idx="15" hasCustomPrompt="1"/>
          </p:nvPr>
        </p:nvSpPr>
        <p:spPr bwMode="gray">
          <a:xfrm>
            <a:off x="885825" y="1857375"/>
            <a:ext cx="2808000" cy="2592388"/>
          </a:xfrm>
          <a:prstGeom prst="rect">
            <a:avLst/>
          </a:prstGeom>
        </p:spPr>
        <p:txBody>
          <a:bodyPr wrap="square" lIns="0" tIns="111600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p>
        </p:txBody>
      </p:sp>
      <p:sp>
        <p:nvSpPr>
          <p:cNvPr id="7" name="Textplatzhalter 6">
            <a:extLst>
              <a:ext uri="{FF2B5EF4-FFF2-40B4-BE49-F238E27FC236}">
                <a16:creationId xmlns:a16="http://schemas.microsoft.com/office/drawing/2014/main" id="{BC453EB0-6637-4907-B2D1-6C37793ED8F6}"/>
              </a:ext>
            </a:extLst>
          </p:cNvPr>
          <p:cNvSpPr>
            <a:spLocks noGrp="1"/>
          </p:cNvSpPr>
          <p:nvPr>
            <p:ph type="body" sz="quarter" idx="13"/>
          </p:nvPr>
        </p:nvSpPr>
        <p:spPr bwMode="gray">
          <a:xfrm>
            <a:off x="885824" y="4881563"/>
            <a:ext cx="2592389" cy="172878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Bildplatzhalter 9">
            <a:extLst>
              <a:ext uri="{FF2B5EF4-FFF2-40B4-BE49-F238E27FC236}">
                <a16:creationId xmlns:a16="http://schemas.microsoft.com/office/drawing/2014/main" id="{E9F7F59E-A326-40B7-80C8-C7A33B369F02}"/>
              </a:ext>
            </a:extLst>
          </p:cNvPr>
          <p:cNvSpPr>
            <a:spLocks noGrp="1"/>
          </p:cNvSpPr>
          <p:nvPr>
            <p:ph type="pic" sz="quarter" idx="16" hasCustomPrompt="1"/>
          </p:nvPr>
        </p:nvSpPr>
        <p:spPr bwMode="gray">
          <a:xfrm>
            <a:off x="3693825" y="1857375"/>
            <a:ext cx="2808000" cy="2592388"/>
          </a:xfrm>
          <a:prstGeom prst="rect">
            <a:avLst/>
          </a:prstGeom>
        </p:spPr>
        <p:txBody>
          <a:bodyPr wrap="square" lIns="0" tIns="111600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p>
        </p:txBody>
      </p:sp>
      <p:sp>
        <p:nvSpPr>
          <p:cNvPr id="16" name="Textplatzhalter 6">
            <a:extLst>
              <a:ext uri="{FF2B5EF4-FFF2-40B4-BE49-F238E27FC236}">
                <a16:creationId xmlns:a16="http://schemas.microsoft.com/office/drawing/2014/main" id="{11E9FA48-7791-48D1-B306-E90B6F04068A}"/>
              </a:ext>
            </a:extLst>
          </p:cNvPr>
          <p:cNvSpPr>
            <a:spLocks noGrp="1"/>
          </p:cNvSpPr>
          <p:nvPr>
            <p:ph type="body" sz="quarter" idx="19"/>
          </p:nvPr>
        </p:nvSpPr>
        <p:spPr bwMode="gray">
          <a:xfrm>
            <a:off x="3693825" y="4881563"/>
            <a:ext cx="2592389" cy="172878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Bildplatzhalter 10">
            <a:extLst>
              <a:ext uri="{FF2B5EF4-FFF2-40B4-BE49-F238E27FC236}">
                <a16:creationId xmlns:a16="http://schemas.microsoft.com/office/drawing/2014/main" id="{9BD928CB-6FF7-4AF9-AADC-3F814CB07C2C}"/>
              </a:ext>
            </a:extLst>
          </p:cNvPr>
          <p:cNvSpPr>
            <a:spLocks noGrp="1"/>
          </p:cNvSpPr>
          <p:nvPr>
            <p:ph type="pic" sz="quarter" idx="17" hasCustomPrompt="1"/>
          </p:nvPr>
        </p:nvSpPr>
        <p:spPr bwMode="gray">
          <a:xfrm>
            <a:off x="6501825" y="1857375"/>
            <a:ext cx="2808000" cy="2592388"/>
          </a:xfrm>
          <a:prstGeom prst="rect">
            <a:avLst/>
          </a:prstGeom>
        </p:spPr>
        <p:txBody>
          <a:bodyPr wrap="square" lIns="0" tIns="111600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p>
        </p:txBody>
      </p:sp>
      <p:sp>
        <p:nvSpPr>
          <p:cNvPr id="17" name="Textplatzhalter 6">
            <a:extLst>
              <a:ext uri="{FF2B5EF4-FFF2-40B4-BE49-F238E27FC236}">
                <a16:creationId xmlns:a16="http://schemas.microsoft.com/office/drawing/2014/main" id="{370EC4AF-8891-4E64-B16A-0C95AF715F1E}"/>
              </a:ext>
            </a:extLst>
          </p:cNvPr>
          <p:cNvSpPr>
            <a:spLocks noGrp="1"/>
          </p:cNvSpPr>
          <p:nvPr>
            <p:ph type="body" sz="quarter" idx="20"/>
          </p:nvPr>
        </p:nvSpPr>
        <p:spPr bwMode="gray">
          <a:xfrm>
            <a:off x="6501825" y="4881563"/>
            <a:ext cx="2592389" cy="172878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Bildplatzhalter 11">
            <a:extLst>
              <a:ext uri="{FF2B5EF4-FFF2-40B4-BE49-F238E27FC236}">
                <a16:creationId xmlns:a16="http://schemas.microsoft.com/office/drawing/2014/main" id="{BAC8D9DE-DC9A-43EB-96A6-9426B9976BE4}"/>
              </a:ext>
            </a:extLst>
          </p:cNvPr>
          <p:cNvSpPr>
            <a:spLocks noGrp="1"/>
          </p:cNvSpPr>
          <p:nvPr>
            <p:ph type="pic" sz="quarter" idx="18" hasCustomPrompt="1"/>
          </p:nvPr>
        </p:nvSpPr>
        <p:spPr bwMode="gray">
          <a:xfrm>
            <a:off x="9309825" y="1857375"/>
            <a:ext cx="2808000" cy="2592388"/>
          </a:xfrm>
          <a:prstGeom prst="rect">
            <a:avLst/>
          </a:prstGeom>
        </p:spPr>
        <p:txBody>
          <a:bodyPr wrap="square" lIns="0" tIns="1116000" anchor="ctr">
            <a:noAutofit/>
          </a:bodyPr>
          <a:lstStyle>
            <a:lvl1pPr algn="ctr">
              <a:spcBef>
                <a:spcPts val="0"/>
              </a:spcBef>
              <a:spcAft>
                <a:spcPts val="0"/>
              </a:spcAft>
              <a:defRPr sz="1200"/>
            </a:lvl1pPr>
          </a:lstStyle>
          <a:p>
            <a:r>
              <a:rPr lang="de-DE" dirty="0"/>
              <a:t>Fügen Sie ein Bild über Klicken </a:t>
            </a:r>
            <a:br>
              <a:rPr lang="de-DE" dirty="0"/>
            </a:br>
            <a:r>
              <a:rPr lang="de-DE" dirty="0"/>
              <a:t>auf das Symbol ein. </a:t>
            </a:r>
          </a:p>
        </p:txBody>
      </p:sp>
      <p:sp>
        <p:nvSpPr>
          <p:cNvPr id="18" name="Textplatzhalter 6">
            <a:extLst>
              <a:ext uri="{FF2B5EF4-FFF2-40B4-BE49-F238E27FC236}">
                <a16:creationId xmlns:a16="http://schemas.microsoft.com/office/drawing/2014/main" id="{A236BC54-9339-4DF3-A90B-D4305E003F5F}"/>
              </a:ext>
            </a:extLst>
          </p:cNvPr>
          <p:cNvSpPr>
            <a:spLocks noGrp="1"/>
          </p:cNvSpPr>
          <p:nvPr>
            <p:ph type="body" sz="quarter" idx="21"/>
          </p:nvPr>
        </p:nvSpPr>
        <p:spPr bwMode="gray">
          <a:xfrm>
            <a:off x="9309825" y="4881563"/>
            <a:ext cx="2592389" cy="172878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9" name="Rechteck 18">
            <a:extLst>
              <a:ext uri="{FF2B5EF4-FFF2-40B4-BE49-F238E27FC236}">
                <a16:creationId xmlns:a16="http://schemas.microsoft.com/office/drawing/2014/main" id="{2DA2E59C-87DB-4E37-8C05-4A80157654DD}"/>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25" name="SmartArt-Platzhalter 15">
            <a:extLst>
              <a:ext uri="{FF2B5EF4-FFF2-40B4-BE49-F238E27FC236}">
                <a16:creationId xmlns:a16="http://schemas.microsoft.com/office/drawing/2014/main" id="{B52703F8-16D8-45BE-932F-B1BEA20E40A5}"/>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20" name="Grafik 19">
            <a:extLst>
              <a:ext uri="{FF2B5EF4-FFF2-40B4-BE49-F238E27FC236}">
                <a16:creationId xmlns:a16="http://schemas.microsoft.com/office/drawing/2014/main" id="{1E17D028-8749-3841-B579-A8433F5C032E}"/>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3684383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ild vollflächig">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p:nvPr>
        </p:nvSpPr>
        <p:spPr bwMode="gray">
          <a:xfrm>
            <a:off x="454024" y="0"/>
            <a:ext cx="8640000" cy="1425575"/>
          </a:xfrm>
        </p:spPr>
        <p:txBody>
          <a:bodyPr/>
          <a:lstStyle/>
          <a:p>
            <a:r>
              <a:rPr lang="de-DE"/>
              <a:t>Mastertitelformat bearbeiten</a:t>
            </a:r>
            <a:endParaRPr lang="de-DE" dirty="0"/>
          </a:p>
        </p:txBody>
      </p:sp>
      <p:sp>
        <p:nvSpPr>
          <p:cNvPr id="9" name="Bildplatzhalter 8">
            <a:extLst>
              <a:ext uri="{FF2B5EF4-FFF2-40B4-BE49-F238E27FC236}">
                <a16:creationId xmlns:a16="http://schemas.microsoft.com/office/drawing/2014/main" id="{8C3FA637-18C6-4959-BC8C-588FB5F769D2}"/>
              </a:ext>
            </a:extLst>
          </p:cNvPr>
          <p:cNvSpPr>
            <a:spLocks noGrp="1"/>
          </p:cNvSpPr>
          <p:nvPr>
            <p:ph type="pic" sz="quarter" idx="14" hasCustomPrompt="1"/>
          </p:nvPr>
        </p:nvSpPr>
        <p:spPr bwMode="gray">
          <a:xfrm>
            <a:off x="0" y="0"/>
            <a:ext cx="13004800" cy="7042150"/>
          </a:xfrm>
          <a:prstGeom prst="rect">
            <a:avLst/>
          </a:prstGeom>
          <a:noFill/>
        </p:spPr>
        <p:txBody>
          <a:bodyPr wrap="square" tIns="1692000" anchor="ctr">
            <a:noAutofit/>
          </a:bodyPr>
          <a:lstStyle>
            <a:lvl1pPr algn="ctr">
              <a:spcBef>
                <a:spcPts val="0"/>
              </a:spcBef>
              <a:spcAft>
                <a:spcPts val="0"/>
              </a:spcAft>
              <a:defRPr sz="1200"/>
            </a:lvl1pPr>
          </a:lstStyle>
          <a:p>
            <a:r>
              <a:rPr lang="de-DE" dirty="0"/>
              <a:t>Fügen Sie ein Bild über Klicken 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9C1934C1-5D57-4FA1-A022-351AA7D3AC29}" type="datetime1">
              <a:rPr lang="de-DE" smtClean="0"/>
              <a:t>03.12.25</a:t>
            </a:fld>
            <a:endParaRPr lang="de-DE"/>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3" name="Rechteck 12">
            <a:extLst>
              <a:ext uri="{FF2B5EF4-FFF2-40B4-BE49-F238E27FC236}">
                <a16:creationId xmlns:a16="http://schemas.microsoft.com/office/drawing/2014/main" id="{CBAB35C7-8A40-4954-932D-ADE90053983C}"/>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4" name="SmartArt-Platzhalter 15">
            <a:extLst>
              <a:ext uri="{FF2B5EF4-FFF2-40B4-BE49-F238E27FC236}">
                <a16:creationId xmlns:a16="http://schemas.microsoft.com/office/drawing/2014/main" id="{16FBAD6C-8EE4-4077-8B71-C499166013E4}"/>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0" name="Grafik 9">
            <a:extLst>
              <a:ext uri="{FF2B5EF4-FFF2-40B4-BE49-F238E27FC236}">
                <a16:creationId xmlns:a16="http://schemas.microsoft.com/office/drawing/2014/main" id="{09F931CD-EFF5-1848-96D7-5AE20A895E2F}"/>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21743839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ideo vollflächig">
    <p:bg>
      <p:bgPr>
        <a:solidFill>
          <a:srgbClr val="FBFBFA"/>
        </a:solidFill>
        <a:effectLst/>
      </p:bgPr>
    </p:bg>
    <p:spTree>
      <p:nvGrpSpPr>
        <p:cNvPr id="1" name=""/>
        <p:cNvGrpSpPr/>
        <p:nvPr/>
      </p:nvGrpSpPr>
      <p:grpSpPr>
        <a:xfrm>
          <a:off x="0" y="0"/>
          <a:ext cx="0" cy="0"/>
          <a:chOff x="0" y="0"/>
          <a:chExt cx="0" cy="0"/>
        </a:xfrm>
      </p:grpSpPr>
      <p:sp>
        <p:nvSpPr>
          <p:cNvPr id="7" name="Medienplatzhalter 6">
            <a:extLst>
              <a:ext uri="{FF2B5EF4-FFF2-40B4-BE49-F238E27FC236}">
                <a16:creationId xmlns:a16="http://schemas.microsoft.com/office/drawing/2014/main" id="{1F935D10-EA43-40E5-B179-993055D00E12}"/>
              </a:ext>
              <a:ext uri="{C183D7F6-B498-43B3-948B-1728B52AA6E4}">
                <adec:decorative xmlns:adec="http://schemas.microsoft.com/office/drawing/2017/decorative" val="0"/>
              </a:ext>
            </a:extLst>
          </p:cNvPr>
          <p:cNvSpPr>
            <a:spLocks noGrp="1"/>
          </p:cNvSpPr>
          <p:nvPr>
            <p:ph type="media" sz="quarter" idx="25" hasCustomPrompt="1"/>
          </p:nvPr>
        </p:nvSpPr>
        <p:spPr>
          <a:xfrm>
            <a:off x="0" y="0"/>
            <a:ext cx="13004800" cy="7042150"/>
          </a:xfrm>
          <a:solidFill>
            <a:srgbClr val="FBFBFA"/>
          </a:solidFill>
        </p:spPr>
        <p:txBody>
          <a:bodyPr tIns="1692000" anchor="ctr"/>
          <a:lstStyle>
            <a:lvl1pPr algn="ctr">
              <a:spcBef>
                <a:spcPts val="0"/>
              </a:spcBef>
              <a:spcAft>
                <a:spcPts val="0"/>
              </a:spcAft>
              <a:defRPr sz="1200"/>
            </a:lvl1pPr>
          </a:lstStyle>
          <a:p>
            <a:r>
              <a:rPr lang="de-DE" dirty="0"/>
              <a:t>Fügen Sie ein Video über Klicken auf das Symbol ein. </a:t>
            </a:r>
            <a:br>
              <a:rPr lang="de-DE" dirty="0"/>
            </a:br>
            <a:br>
              <a:rPr lang="de-DE" dirty="0"/>
            </a:br>
            <a:r>
              <a:rPr lang="de-DE" dirty="0"/>
              <a:t>Alternativ kopieren Sie ein Video in die Zwischenablage, </a:t>
            </a:r>
            <a:br>
              <a:rPr lang="de-DE" dirty="0"/>
            </a:br>
            <a:r>
              <a:rPr lang="de-DE" dirty="0"/>
              <a:t>wählen Sie den Platzhalter an und klicken Sie einfügen.</a:t>
            </a:r>
          </a:p>
        </p:txBody>
      </p:sp>
      <p:sp>
        <p:nvSpPr>
          <p:cNvPr id="2" name="Titel 1">
            <a:extLst>
              <a:ext uri="{FF2B5EF4-FFF2-40B4-BE49-F238E27FC236}">
                <a16:creationId xmlns:a16="http://schemas.microsoft.com/office/drawing/2014/main" id="{EEF0795E-684D-4128-A6C1-EA29801C8D82}"/>
              </a:ext>
              <a:ext uri="{C183D7F6-B498-43B3-948B-1728B52AA6E4}">
                <adec:decorative xmlns:adec="http://schemas.microsoft.com/office/drawing/2017/decorative" val="0"/>
              </a:ext>
            </a:extLst>
          </p:cNvPr>
          <p:cNvSpPr>
            <a:spLocks noGrp="1"/>
          </p:cNvSpPr>
          <p:nvPr>
            <p:ph type="title"/>
          </p:nvPr>
        </p:nvSpPr>
        <p:spPr bwMode="gray">
          <a:xfrm>
            <a:off x="454024" y="0"/>
            <a:ext cx="8640000" cy="1425575"/>
          </a:xfrm>
        </p:spPr>
        <p:txBody>
          <a:bodyPr/>
          <a:lstStyle/>
          <a:p>
            <a:r>
              <a:rPr lang="de-DE"/>
              <a:t>Mastertitelformat bearbeiten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2D01466C-0EF2-459B-8AF7-6DF05E95176D}" type="datetime1">
              <a:rPr lang="de-DE" smtClean="0"/>
              <a:t>03.12.25</a:t>
            </a:fld>
            <a:endParaRPr lang="de-DE"/>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a:p>
        </p:txBody>
      </p:sp>
      <p:sp>
        <p:nvSpPr>
          <p:cNvPr id="13" name="Rechteck 12">
            <a:extLst>
              <a:ext uri="{FF2B5EF4-FFF2-40B4-BE49-F238E27FC236}">
                <a16:creationId xmlns:a16="http://schemas.microsoft.com/office/drawing/2014/main" id="{CBAB35C7-8A40-4954-932D-ADE90053983C}"/>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a:p>
        </p:txBody>
      </p:sp>
      <p:sp>
        <p:nvSpPr>
          <p:cNvPr id="14" name="SmartArt-Platzhalter 15">
            <a:extLst>
              <a:ext uri="{FF2B5EF4-FFF2-40B4-BE49-F238E27FC236}">
                <a16:creationId xmlns:a16="http://schemas.microsoft.com/office/drawing/2014/main" id="{16FBAD6C-8EE4-4077-8B71-C499166013E4}"/>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p>
        </p:txBody>
      </p:sp>
      <p:pic>
        <p:nvPicPr>
          <p:cNvPr id="9" name="Grafik 8">
            <a:extLst>
              <a:ext uri="{FF2B5EF4-FFF2-40B4-BE49-F238E27FC236}">
                <a16:creationId xmlns:a16="http://schemas.microsoft.com/office/drawing/2014/main" id="{2AFC9C05-C52E-8945-B1D2-09BF0D7B878F}"/>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21588989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azit + Bild mittel">
    <p:bg>
      <p:bgPr>
        <a:solidFill>
          <a:srgbClr val="FBFBFA"/>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0795E-684D-4128-A6C1-EA29801C8D82}"/>
              </a:ext>
            </a:extLst>
          </p:cNvPr>
          <p:cNvSpPr>
            <a:spLocks noGrp="1"/>
          </p:cNvSpPr>
          <p:nvPr>
            <p:ph type="title" hasCustomPrompt="1"/>
          </p:nvPr>
        </p:nvSpPr>
        <p:spPr bwMode="gray">
          <a:xfrm>
            <a:off x="885826" y="1857375"/>
            <a:ext cx="6480174" cy="2160588"/>
          </a:xfrm>
        </p:spPr>
        <p:txBody>
          <a:bodyPr tIns="0" anchor="b" anchorCtr="0"/>
          <a:lstStyle>
            <a:lvl1pPr>
              <a:defRPr sz="4400"/>
            </a:lvl1pPr>
            <a:lvl2pPr>
              <a:defRPr sz="4400"/>
            </a:lvl2pPr>
            <a:lvl3pPr>
              <a:defRPr sz="4400"/>
            </a:lvl3pPr>
            <a:lvl4pPr>
              <a:defRPr sz="4400"/>
            </a:lvl4pPr>
            <a:lvl5pPr>
              <a:defRPr sz="4400"/>
            </a:lvl5pPr>
            <a:lvl6pPr>
              <a:defRPr sz="4400"/>
            </a:lvl6pPr>
            <a:lvl7pPr>
              <a:defRPr sz="4400"/>
            </a:lvl7pPr>
            <a:lvl8pPr>
              <a:defRPr sz="4400"/>
            </a:lvl8pPr>
            <a:lvl9pPr>
              <a:defRPr sz="4400"/>
            </a:lvl9pPr>
          </a:lstStyle>
          <a:p>
            <a:pPr>
              <a:spcAft>
                <a:spcPts val="1200"/>
              </a:spcAft>
            </a:pPr>
            <a:r>
              <a:rPr lang="de-DE" sz="4400" b="1" dirty="0">
                <a:solidFill>
                  <a:schemeClr val="tx1"/>
                </a:solidFill>
              </a:rPr>
              <a:t>Ein Fazit das, wenn möglich, über drei Zeilen läuft.</a:t>
            </a:r>
          </a:p>
        </p:txBody>
      </p:sp>
      <p:sp>
        <p:nvSpPr>
          <p:cNvPr id="9" name="Bildplatzhalter 8">
            <a:extLst>
              <a:ext uri="{FF2B5EF4-FFF2-40B4-BE49-F238E27FC236}">
                <a16:creationId xmlns:a16="http://schemas.microsoft.com/office/drawing/2014/main" id="{0657D9F6-47DF-4537-BA49-88E2C901CD0A}"/>
              </a:ext>
            </a:extLst>
          </p:cNvPr>
          <p:cNvSpPr>
            <a:spLocks noGrp="1"/>
          </p:cNvSpPr>
          <p:nvPr>
            <p:ph type="pic" sz="quarter" idx="14" hasCustomPrompt="1"/>
          </p:nvPr>
        </p:nvSpPr>
        <p:spPr bwMode="gray">
          <a:xfrm>
            <a:off x="7799384" y="0"/>
            <a:ext cx="5205416" cy="7042150"/>
          </a:xfrm>
          <a:prstGeom prst="rect">
            <a:avLst/>
          </a:prstGeom>
        </p:spPr>
        <p:txBody>
          <a:bodyPr wrap="square" tIns="1692000" anchor="ctr">
            <a:noAutofit/>
          </a:bodyPr>
          <a:lstStyle>
            <a:lvl1pPr algn="ctr">
              <a:spcBef>
                <a:spcPts val="0"/>
              </a:spcBef>
              <a:spcAft>
                <a:spcPts val="0"/>
              </a:spcAft>
              <a:defRPr sz="1200"/>
            </a:lvl1pPr>
          </a:lstStyle>
          <a:p>
            <a:r>
              <a:rPr lang="de-DE" dirty="0"/>
              <a:t>Fügen Sie ein Bild über Klicken auf das Symbol ein. </a:t>
            </a:r>
            <a:br>
              <a:rPr lang="de-DE" dirty="0"/>
            </a:br>
            <a:br>
              <a:rPr lang="de-DE" dirty="0"/>
            </a:br>
            <a:r>
              <a:rPr lang="de-DE" dirty="0"/>
              <a:t>Alternativ kopieren Sie ein Bild in die Zwischenablage, </a:t>
            </a:r>
            <a:br>
              <a:rPr lang="de-DE" dirty="0"/>
            </a:br>
            <a:r>
              <a:rPr lang="de-DE" dirty="0"/>
              <a:t>wählen Sie den Platzhalter an und klicken Sie einfügen.</a:t>
            </a:r>
          </a:p>
        </p:txBody>
      </p:sp>
      <p:sp>
        <p:nvSpPr>
          <p:cNvPr id="3" name="Datumsplatzhalter 2">
            <a:extLst>
              <a:ext uri="{FF2B5EF4-FFF2-40B4-BE49-F238E27FC236}">
                <a16:creationId xmlns:a16="http://schemas.microsoft.com/office/drawing/2014/main" id="{8CEC5629-02E6-4338-AEFE-437C1A2FC0C1}"/>
              </a:ext>
              <a:ext uri="{C183D7F6-B498-43B3-948B-1728B52AA6E4}">
                <adec:decorative xmlns:adec="http://schemas.microsoft.com/office/drawing/2017/decorative" val="1"/>
              </a:ext>
            </a:extLst>
          </p:cNvPr>
          <p:cNvSpPr>
            <a:spLocks noGrp="1"/>
          </p:cNvSpPr>
          <p:nvPr>
            <p:ph type="dt" sz="half" idx="10"/>
          </p:nvPr>
        </p:nvSpPr>
        <p:spPr bwMode="gray">
          <a:xfrm>
            <a:off x="10390191" y="7041976"/>
            <a:ext cx="1296984" cy="236219"/>
          </a:xfrm>
          <a:prstGeom prst="rect">
            <a:avLst/>
          </a:prstGeom>
        </p:spPr>
        <p:txBody>
          <a:bodyPr tIns="0"/>
          <a:lstStyle/>
          <a:p>
            <a:fld id="{A876F8CC-40E8-4CC9-9F3D-4800562A79D6}" type="datetime1">
              <a:rPr lang="de-DE" smtClean="0"/>
              <a:t>03.12.25</a:t>
            </a:fld>
            <a:endParaRPr lang="de-DE"/>
          </a:p>
        </p:txBody>
      </p:sp>
      <p:sp>
        <p:nvSpPr>
          <p:cNvPr id="10" name="Textplatzhalter 9">
            <a:extLst>
              <a:ext uri="{FF2B5EF4-FFF2-40B4-BE49-F238E27FC236}">
                <a16:creationId xmlns:a16="http://schemas.microsoft.com/office/drawing/2014/main" id="{CFC6CE49-8131-45C4-8208-ABE8558B905D}"/>
              </a:ext>
            </a:extLst>
          </p:cNvPr>
          <p:cNvSpPr>
            <a:spLocks noGrp="1"/>
          </p:cNvSpPr>
          <p:nvPr>
            <p:ph type="body" sz="quarter" idx="15"/>
          </p:nvPr>
        </p:nvSpPr>
        <p:spPr bwMode="gray">
          <a:xfrm>
            <a:off x="885825" y="4449763"/>
            <a:ext cx="3887789" cy="863600"/>
          </a:xfrm>
        </p:spPr>
        <p:txBody>
          <a:bodyPr/>
          <a:lstStyle/>
          <a:p>
            <a:pPr lvl="0"/>
            <a:r>
              <a:rPr lang="de-DE"/>
              <a:t>Mastertextformat bearbeiten</a:t>
            </a:r>
          </a:p>
          <a:p>
            <a:pPr lvl="1"/>
            <a:r>
              <a:rPr lang="de-DE"/>
              <a:t>Zweite Ebene</a:t>
            </a:r>
          </a:p>
        </p:txBody>
      </p:sp>
      <p:sp>
        <p:nvSpPr>
          <p:cNvPr id="5" name="Foliennummernplatzhalter 4">
            <a:extLst>
              <a:ext uri="{FF2B5EF4-FFF2-40B4-BE49-F238E27FC236}">
                <a16:creationId xmlns:a16="http://schemas.microsoft.com/office/drawing/2014/main" id="{1EAD8F73-ED2F-4EC3-95D9-84F1CF60802B}"/>
              </a:ext>
            </a:extLst>
          </p:cNvPr>
          <p:cNvSpPr>
            <a:spLocks noGrp="1"/>
          </p:cNvSpPr>
          <p:nvPr>
            <p:ph type="sldNum" sz="quarter" idx="12"/>
          </p:nvPr>
        </p:nvSpPr>
        <p:spPr bwMode="gray"/>
        <p:txBody>
          <a:bodyPr tIns="0"/>
          <a:lstStyle/>
          <a:p>
            <a:fld id="{D612FFA8-16F3-4D16-935C-858579C7B661}" type="slidenum">
              <a:rPr lang="de-DE" smtClean="0"/>
              <a:pPr/>
              <a:t>‹Nr.›</a:t>
            </a:fld>
            <a:endParaRPr lang="de-DE" dirty="0"/>
          </a:p>
        </p:txBody>
      </p:sp>
      <p:sp>
        <p:nvSpPr>
          <p:cNvPr id="11" name="Rechteck 10">
            <a:extLst>
              <a:ext uri="{FF2B5EF4-FFF2-40B4-BE49-F238E27FC236}">
                <a16:creationId xmlns:a16="http://schemas.microsoft.com/office/drawing/2014/main" id="{43C4F3F7-16CB-4F84-8485-79DFED1482A9}"/>
              </a:ext>
              <a:ext uri="{C183D7F6-B498-43B3-948B-1728B52AA6E4}">
                <adec:decorative xmlns:adec="http://schemas.microsoft.com/office/drawing/2017/decorative" val="1"/>
              </a:ext>
            </a:extLst>
          </p:cNvPr>
          <p:cNvSpPr/>
          <p:nvPr userDrawn="1"/>
        </p:nvSpPr>
        <p:spPr bwMode="gray">
          <a:xfrm>
            <a:off x="4773614" y="7042150"/>
            <a:ext cx="3457574" cy="273050"/>
          </a:xfrm>
          <a:prstGeom prst="rect">
            <a:avLst/>
          </a:prstGeom>
          <a:solidFill>
            <a:srgbClr val="FBFBF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216000" indent="-216000" algn="l">
              <a:spcBef>
                <a:spcPts val="500"/>
              </a:spcBef>
              <a:spcAft>
                <a:spcPts val="500"/>
              </a:spcAft>
              <a:buFont typeface="Wingdings" panose="05000000000000000000" pitchFamily="2" charset="2"/>
              <a:buChar char="§"/>
            </a:pPr>
            <a:endParaRPr lang="de-DE" sz="1600" dirty="0"/>
          </a:p>
        </p:txBody>
      </p:sp>
      <p:sp>
        <p:nvSpPr>
          <p:cNvPr id="15" name="SmartArt-Platzhalter 15">
            <a:extLst>
              <a:ext uri="{FF2B5EF4-FFF2-40B4-BE49-F238E27FC236}">
                <a16:creationId xmlns:a16="http://schemas.microsoft.com/office/drawing/2014/main" id="{BE251DA7-B68F-4762-A498-842243BF290D}"/>
              </a:ext>
              <a:ext uri="{C183D7F6-B498-43B3-948B-1728B52AA6E4}">
                <adec:decorative xmlns:adec="http://schemas.microsoft.com/office/drawing/2017/decorative" val="1"/>
              </a:ext>
            </a:extLst>
          </p:cNvPr>
          <p:cNvSpPr>
            <a:spLocks noGrp="1"/>
          </p:cNvSpPr>
          <p:nvPr>
            <p:ph type="dgm" sz="quarter" idx="24" hasCustomPrompt="1"/>
          </p:nvPr>
        </p:nvSpPr>
        <p:spPr bwMode="gray">
          <a:xfrm>
            <a:off x="12118975" y="417513"/>
            <a:ext cx="431800" cy="425789"/>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blipFill>
            <a:blip r:embed="rId2"/>
            <a:stretch>
              <a:fillRect/>
            </a:stretch>
          </a:blipFill>
        </p:spPr>
        <p:txBody>
          <a:bodyPr wrap="square">
            <a:noAutofit/>
          </a:bodyPr>
          <a:lstStyle>
            <a:lvl1pPr>
              <a:defRPr sz="100">
                <a:noFill/>
              </a:defRPr>
            </a:lvl1pPr>
          </a:lstStyle>
          <a:p>
            <a:r>
              <a:rPr lang="de-DE"/>
              <a:t>t</a:t>
            </a:r>
            <a:endParaRPr lang="de-DE" dirty="0"/>
          </a:p>
        </p:txBody>
      </p:sp>
      <p:pic>
        <p:nvPicPr>
          <p:cNvPr id="13" name="Grafik 12">
            <a:extLst>
              <a:ext uri="{FF2B5EF4-FFF2-40B4-BE49-F238E27FC236}">
                <a16:creationId xmlns:a16="http://schemas.microsoft.com/office/drawing/2014/main" id="{70040D37-6506-9B48-ADE5-09CE2BBC3597}"/>
              </a:ext>
            </a:extLst>
          </p:cNvPr>
          <p:cNvPicPr>
            <a:picLocks noChangeAspect="1"/>
          </p:cNvPicPr>
          <p:nvPr userDrawn="1"/>
        </p:nvPicPr>
        <p:blipFill>
          <a:blip r:embed="rId3"/>
          <a:stretch>
            <a:fillRect/>
          </a:stretch>
        </p:blipFill>
        <p:spPr>
          <a:xfrm>
            <a:off x="11110912" y="273224"/>
            <a:ext cx="697615" cy="697615"/>
          </a:xfrm>
          <a:prstGeom prst="rect">
            <a:avLst/>
          </a:prstGeom>
        </p:spPr>
      </p:pic>
    </p:spTree>
    <p:extLst>
      <p:ext uri="{BB962C8B-B14F-4D97-AF65-F5344CB8AC3E}">
        <p14:creationId xmlns:p14="http://schemas.microsoft.com/office/powerpoint/2010/main" val="10760109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rgbClr val="FBFBFA"/>
        </a:solid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09637DFC-3F7B-41FC-AEE8-720B53D4745F}"/>
              </a:ext>
              <a:ext uri="{C183D7F6-B498-43B3-948B-1728B52AA6E4}">
                <adec:decorative xmlns:adec="http://schemas.microsoft.com/office/drawing/2017/decorative" val="1"/>
              </a:ext>
            </a:extLst>
          </p:cNvPr>
          <p:cNvSpPr/>
          <p:nvPr userDrawn="1"/>
        </p:nvSpPr>
        <p:spPr bwMode="gray">
          <a:xfrm>
            <a:off x="0" y="0"/>
            <a:ext cx="13004800" cy="7315200"/>
          </a:xfrm>
          <a:prstGeom prst="rect">
            <a:avLst/>
          </a:prstGeom>
          <a:solidFill>
            <a:srgbClr val="FBFBFA"/>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216000" indent="-216000" algn="l">
              <a:spcBef>
                <a:spcPts val="500"/>
              </a:spcBef>
              <a:spcAft>
                <a:spcPts val="500"/>
              </a:spcAft>
              <a:buFont typeface="Wingdings" panose="05000000000000000000" pitchFamily="2" charset="2"/>
              <a:buChar char="§"/>
            </a:pPr>
            <a:endParaRPr lang="de-DE" sz="1600" dirty="0" err="1"/>
          </a:p>
        </p:txBody>
      </p:sp>
      <p:sp>
        <p:nvSpPr>
          <p:cNvPr id="23" name="Titel 1">
            <a:extLst>
              <a:ext uri="{FF2B5EF4-FFF2-40B4-BE49-F238E27FC236}">
                <a16:creationId xmlns:a16="http://schemas.microsoft.com/office/drawing/2014/main" id="{BF5B9470-BEFC-42AF-A4E9-C5DEF6EB6CB8}"/>
              </a:ext>
            </a:extLst>
          </p:cNvPr>
          <p:cNvSpPr txBox="1">
            <a:spLocks/>
          </p:cNvSpPr>
          <p:nvPr userDrawn="1"/>
        </p:nvSpPr>
        <p:spPr bwMode="gray">
          <a:xfrm>
            <a:off x="3424947" y="4233600"/>
            <a:ext cx="6154906" cy="436036"/>
          </a:xfrm>
          <a:prstGeom prst="rect">
            <a:avLst/>
          </a:prstGeom>
          <a:noFill/>
        </p:spPr>
        <p:txBody>
          <a:bodyPr vert="horz" lIns="0" tIns="0" rIns="0" bIns="0" rtlCol="0" anchor="t">
            <a:noAutofit/>
          </a:bodyPr>
          <a:lstStyle>
            <a:lvl1pPr algn="l" defTabSz="914400" rtl="0" eaLnBrk="1" latinLnBrk="0" hangingPunct="1">
              <a:lnSpc>
                <a:spcPct val="100000"/>
              </a:lnSpc>
              <a:spcBef>
                <a:spcPct val="0"/>
              </a:spcBef>
              <a:buNone/>
              <a:defRPr sz="1400" b="1" kern="1200" cap="none" baseline="0">
                <a:solidFill>
                  <a:schemeClr val="tx1"/>
                </a:solidFill>
                <a:latin typeface="+mj-lt"/>
                <a:ea typeface="+mj-ea"/>
                <a:cs typeface="+mj-cs"/>
              </a:defRPr>
            </a:lvl1pPr>
            <a:lvl2pPr eaLnBrk="1" hangingPunct="1">
              <a:defRPr sz="1400" b="1" kern="1200" baseline="0">
                <a:latin typeface="+mj-lt"/>
              </a:defRPr>
            </a:lvl2pPr>
            <a:lvl3pPr eaLnBrk="1" hangingPunct="1">
              <a:defRPr sz="1400" b="1" kern="1200" baseline="0">
                <a:latin typeface="+mj-lt"/>
              </a:defRPr>
            </a:lvl3pPr>
            <a:lvl4pPr eaLnBrk="1" hangingPunct="1">
              <a:defRPr sz="1400" b="1" kern="1200" baseline="0">
                <a:latin typeface="+mn-lt"/>
              </a:defRPr>
            </a:lvl4pPr>
            <a:lvl5pPr eaLnBrk="1" hangingPunct="1">
              <a:defRPr sz="1400" b="1" kern="1200" baseline="0">
                <a:latin typeface="+mj-lt"/>
              </a:defRPr>
            </a:lvl5pPr>
            <a:lvl6pPr eaLnBrk="1" hangingPunct="1">
              <a:defRPr sz="1400" b="1" kern="1200" baseline="0">
                <a:latin typeface="+mj-lt"/>
              </a:defRPr>
            </a:lvl6pPr>
            <a:lvl7pPr eaLnBrk="1" hangingPunct="1">
              <a:defRPr sz="1400" b="1" kern="1200" baseline="0">
                <a:latin typeface="+mj-lt"/>
              </a:defRPr>
            </a:lvl7pPr>
            <a:lvl8pPr eaLnBrk="1" hangingPunct="1">
              <a:defRPr sz="1400" b="1" kern="1200" baseline="0">
                <a:latin typeface="+mj-lt"/>
              </a:defRPr>
            </a:lvl8pPr>
            <a:lvl9pPr eaLnBrk="1" hangingPunct="1">
              <a:defRPr sz="1400" b="1" kern="1200" baseline="0">
                <a:latin typeface="+mj-lt"/>
              </a:defRPr>
            </a:lvl9pPr>
          </a:lstStyle>
          <a:p>
            <a:pPr marL="0" marR="0" lvl="0" indent="0" algn="ctr" defTabSz="975390" rtl="0" eaLnBrk="1" fontAlgn="auto" latinLnBrk="0" hangingPunct="1">
              <a:lnSpc>
                <a:spcPct val="100000"/>
              </a:lnSpc>
              <a:spcBef>
                <a:spcPct val="0"/>
              </a:spcBef>
              <a:spcAft>
                <a:spcPts val="0"/>
              </a:spcAft>
              <a:buClrTx/>
              <a:buSzTx/>
              <a:buFontTx/>
              <a:buNone/>
              <a:tabLst/>
              <a:defRPr/>
            </a:pPr>
            <a:r>
              <a:rPr lang="de-DE" sz="3200" noProof="1">
                <a:solidFill>
                  <a:sysClr val="windowText" lastClr="000000"/>
                </a:solidFill>
                <a:latin typeface="Compatil DATEV" panose="02060503060505020203" pitchFamily="18" charset="0"/>
              </a:rPr>
              <a:t>Zukunft gestalten. </a:t>
            </a:r>
            <a:r>
              <a:rPr lang="de-DE" sz="3200" noProof="1">
                <a:latin typeface="Compatil DATEV" panose="02060503060505020203" pitchFamily="18" charset="0"/>
              </a:rPr>
              <a:t>Gemeinsam.</a:t>
            </a:r>
            <a:endParaRPr kumimoji="0" lang="de-DE" sz="3200" b="1" i="0" u="none" strike="noStrike" kern="1200" cap="none" spc="0" normalizeH="0" baseline="0" noProof="1">
              <a:ln>
                <a:noFill/>
              </a:ln>
              <a:effectLst/>
              <a:uLnTx/>
              <a:uFillTx/>
              <a:latin typeface="Compatil DATEV" panose="02060503060505020203" pitchFamily="18" charset="0"/>
            </a:endParaRPr>
          </a:p>
          <a:p>
            <a:pPr marL="0" marR="0" lvl="0" indent="0" algn="ctr" defTabSz="975390" rtl="0" eaLnBrk="1" fontAlgn="auto" latinLnBrk="0" hangingPunct="1">
              <a:lnSpc>
                <a:spcPct val="100000"/>
              </a:lnSpc>
              <a:spcBef>
                <a:spcPct val="0"/>
              </a:spcBef>
              <a:spcAft>
                <a:spcPts val="0"/>
              </a:spcAft>
              <a:buClrTx/>
              <a:buSzTx/>
              <a:buFontTx/>
              <a:buNone/>
              <a:tabLst/>
              <a:defRPr/>
            </a:pPr>
            <a:endParaRPr kumimoji="0" lang="de-DE" sz="3200" b="1" i="0" u="none" strike="noStrike" kern="1200" cap="none" spc="0" normalizeH="0" baseline="0" noProof="1">
              <a:ln>
                <a:noFill/>
              </a:ln>
              <a:solidFill>
                <a:sysClr val="windowText" lastClr="000000"/>
              </a:solidFill>
              <a:effectLst/>
              <a:uLnTx/>
              <a:uFillTx/>
              <a:latin typeface="Compatil DATEV" panose="02060503060505020203" pitchFamily="18" charset="0"/>
              <a:ea typeface="+mj-ea"/>
              <a:cs typeface="+mj-cs"/>
            </a:endParaRPr>
          </a:p>
        </p:txBody>
      </p:sp>
      <p:sp>
        <p:nvSpPr>
          <p:cNvPr id="3" name="Datumsplatzhalter 2">
            <a:extLst>
              <a:ext uri="{FF2B5EF4-FFF2-40B4-BE49-F238E27FC236}">
                <a16:creationId xmlns:a16="http://schemas.microsoft.com/office/drawing/2014/main" id="{8138C22C-E1B0-44F4-BDC2-2EA831E3C31E}"/>
              </a:ext>
              <a:ext uri="{C183D7F6-B498-43B3-948B-1728B52AA6E4}">
                <adec:decorative xmlns:adec="http://schemas.microsoft.com/office/drawing/2017/decorative" val="1"/>
              </a:ext>
            </a:extLst>
          </p:cNvPr>
          <p:cNvSpPr>
            <a:spLocks noGrp="1"/>
          </p:cNvSpPr>
          <p:nvPr>
            <p:ph type="dt" sz="half" idx="10"/>
          </p:nvPr>
        </p:nvSpPr>
        <p:spPr bwMode="gray">
          <a:xfrm>
            <a:off x="10390191" y="7329055"/>
            <a:ext cx="1296984" cy="273050"/>
          </a:xfrm>
          <a:prstGeom prst="rect">
            <a:avLst/>
          </a:prstGeom>
        </p:spPr>
        <p:txBody>
          <a:bodyPr tIns="0"/>
          <a:lstStyle>
            <a:lvl1pPr>
              <a:defRPr>
                <a:noFill/>
              </a:defRPr>
            </a:lvl1pPr>
          </a:lstStyle>
          <a:p>
            <a:fld id="{D3BE1ED2-EADA-42F8-AC55-2DB760699879}" type="datetime1">
              <a:rPr lang="de-DE" smtClean="0"/>
              <a:t>03.12.25</a:t>
            </a:fld>
            <a:endParaRPr lang="de-DE"/>
          </a:p>
        </p:txBody>
      </p:sp>
      <p:sp>
        <p:nvSpPr>
          <p:cNvPr id="4" name="Fußzeilenplatzhalter 3">
            <a:extLst>
              <a:ext uri="{FF2B5EF4-FFF2-40B4-BE49-F238E27FC236}">
                <a16:creationId xmlns:a16="http://schemas.microsoft.com/office/drawing/2014/main" id="{1EBE4054-2D83-4E4C-B9EF-9AC639A5B915}"/>
              </a:ext>
              <a:ext uri="{C183D7F6-B498-43B3-948B-1728B52AA6E4}">
                <adec:decorative xmlns:adec="http://schemas.microsoft.com/office/drawing/2017/decorative" val="1"/>
              </a:ext>
            </a:extLst>
          </p:cNvPr>
          <p:cNvSpPr>
            <a:spLocks noGrp="1"/>
          </p:cNvSpPr>
          <p:nvPr>
            <p:ph type="ftr" sz="quarter" idx="11"/>
          </p:nvPr>
        </p:nvSpPr>
        <p:spPr bwMode="gray">
          <a:xfrm>
            <a:off x="454026" y="7329055"/>
            <a:ext cx="4319588" cy="273050"/>
          </a:xfrm>
          <a:prstGeom prst="rect">
            <a:avLst/>
          </a:prstGeom>
        </p:spPr>
        <p:txBody>
          <a:bodyPr tIns="0"/>
          <a:lstStyle>
            <a:lvl1pPr>
              <a:defRPr>
                <a:noFill/>
              </a:defRPr>
            </a:lvl1pPr>
          </a:lstStyle>
          <a:p>
            <a:r>
              <a:rPr lang="de-DE"/>
              <a:t>Hier kann eine Fußzeile stehen</a:t>
            </a:r>
            <a:endParaRPr lang="de-DE" dirty="0"/>
          </a:p>
        </p:txBody>
      </p:sp>
      <p:sp>
        <p:nvSpPr>
          <p:cNvPr id="5" name="Foliennummernplatzhalter 4">
            <a:extLst>
              <a:ext uri="{FF2B5EF4-FFF2-40B4-BE49-F238E27FC236}">
                <a16:creationId xmlns:a16="http://schemas.microsoft.com/office/drawing/2014/main" id="{DCB83A3F-B981-41C2-8F2A-B021DA2D45D8}"/>
              </a:ext>
              <a:ext uri="{C183D7F6-B498-43B3-948B-1728B52AA6E4}">
                <adec:decorative xmlns:adec="http://schemas.microsoft.com/office/drawing/2017/decorative" val="1"/>
              </a:ext>
            </a:extLst>
          </p:cNvPr>
          <p:cNvSpPr>
            <a:spLocks noGrp="1"/>
          </p:cNvSpPr>
          <p:nvPr>
            <p:ph type="sldNum" sz="quarter" idx="12"/>
          </p:nvPr>
        </p:nvSpPr>
        <p:spPr bwMode="gray">
          <a:xfrm>
            <a:off x="11687175" y="7329055"/>
            <a:ext cx="863600" cy="273050"/>
          </a:xfrm>
        </p:spPr>
        <p:txBody>
          <a:bodyPr tIns="0"/>
          <a:lstStyle>
            <a:lvl1pPr>
              <a:defRPr>
                <a:noFill/>
              </a:defRPr>
            </a:lvl1pPr>
          </a:lstStyle>
          <a:p>
            <a:fld id="{D612FFA8-16F3-4D16-935C-858579C7B661}" type="slidenum">
              <a:rPr lang="de-DE" smtClean="0"/>
              <a:pPr/>
              <a:t>‹Nr.›</a:t>
            </a:fld>
            <a:endParaRPr lang="de-DE" dirty="0"/>
          </a:p>
        </p:txBody>
      </p:sp>
      <p:grpSp>
        <p:nvGrpSpPr>
          <p:cNvPr id="2" name="Gruppieren 1" descr="Datev Logo">
            <a:extLst>
              <a:ext uri="{FF2B5EF4-FFF2-40B4-BE49-F238E27FC236}">
                <a16:creationId xmlns:a16="http://schemas.microsoft.com/office/drawing/2014/main" id="{858E37DF-6A2B-48A5-943B-6C9F1BC4547D}"/>
              </a:ext>
            </a:extLst>
          </p:cNvPr>
          <p:cNvGrpSpPr/>
          <p:nvPr userDrawn="1"/>
        </p:nvGrpSpPr>
        <p:grpSpPr>
          <a:xfrm>
            <a:off x="5834938" y="2289600"/>
            <a:ext cx="1334925" cy="1316045"/>
            <a:chOff x="5834938" y="2289600"/>
            <a:chExt cx="1334925" cy="1316045"/>
          </a:xfrm>
        </p:grpSpPr>
        <p:sp>
          <p:nvSpPr>
            <p:cNvPr id="14" name="BILDMARKE">
              <a:extLst>
                <a:ext uri="{FF2B5EF4-FFF2-40B4-BE49-F238E27FC236}">
                  <a16:creationId xmlns:a16="http://schemas.microsoft.com/office/drawing/2014/main" id="{5CE3462C-8DA3-453D-9C64-ED0F8858E1E2}"/>
                </a:ext>
                <a:ext uri="{C183D7F6-B498-43B3-948B-1728B52AA6E4}">
                  <adec:decorative xmlns:adec="http://schemas.microsoft.com/office/drawing/2017/decorative" val="1"/>
                </a:ext>
              </a:extLst>
            </p:cNvPr>
            <p:cNvSpPr>
              <a:spLocks/>
            </p:cNvSpPr>
            <p:nvPr userDrawn="1"/>
          </p:nvSpPr>
          <p:spPr bwMode="gray">
            <a:xfrm>
              <a:off x="5834938" y="2289600"/>
              <a:ext cx="1330053" cy="940902"/>
            </a:xfrm>
            <a:custGeom>
              <a:avLst/>
              <a:gdLst>
                <a:gd name="T0" fmla="*/ 0 w 4368"/>
                <a:gd name="T1" fmla="*/ 0 h 3090"/>
                <a:gd name="T2" fmla="*/ 4368 w 4368"/>
                <a:gd name="T3" fmla="*/ 0 h 3090"/>
                <a:gd name="T4" fmla="*/ 4368 w 4368"/>
                <a:gd name="T5" fmla="*/ 3090 h 3090"/>
                <a:gd name="T6" fmla="*/ 0 w 4368"/>
                <a:gd name="T7" fmla="*/ 3090 h 3090"/>
                <a:gd name="T8" fmla="*/ 0 w 4368"/>
                <a:gd name="T9" fmla="*/ 0 h 3090"/>
                <a:gd name="T10" fmla="*/ 0 w 4368"/>
                <a:gd name="T11" fmla="*/ 0 h 3090"/>
              </a:gdLst>
              <a:ahLst/>
              <a:cxnLst>
                <a:cxn ang="0">
                  <a:pos x="T0" y="T1"/>
                </a:cxn>
                <a:cxn ang="0">
                  <a:pos x="T2" y="T3"/>
                </a:cxn>
                <a:cxn ang="0">
                  <a:pos x="T4" y="T5"/>
                </a:cxn>
                <a:cxn ang="0">
                  <a:pos x="T6" y="T7"/>
                </a:cxn>
                <a:cxn ang="0">
                  <a:pos x="T8" y="T9"/>
                </a:cxn>
                <a:cxn ang="0">
                  <a:pos x="T10" y="T11"/>
                </a:cxn>
              </a:cxnLst>
              <a:rect l="0" t="0" r="r" b="b"/>
              <a:pathLst>
                <a:path w="4368" h="3090">
                  <a:moveTo>
                    <a:pt x="0" y="0"/>
                  </a:moveTo>
                  <a:lnTo>
                    <a:pt x="4368" y="0"/>
                  </a:lnTo>
                  <a:lnTo>
                    <a:pt x="4368" y="3090"/>
                  </a:lnTo>
                  <a:lnTo>
                    <a:pt x="0" y="3090"/>
                  </a:lnTo>
                  <a:lnTo>
                    <a:pt x="0" y="0"/>
                  </a:lnTo>
                  <a:lnTo>
                    <a:pt x="0" y="0"/>
                  </a:lnTo>
                  <a:close/>
                </a:path>
              </a:pathLst>
            </a:custGeom>
            <a:solidFill>
              <a:schemeClr val="tx2"/>
            </a:solidFill>
            <a:ln>
              <a:noFill/>
            </a:ln>
          </p:spPr>
          <p:txBody>
            <a:bodyPr vert="horz" wrap="square" lIns="97536" tIns="48768" rIns="97536" bIns="48768" numCol="1" anchor="t" anchorCtr="0" compatLnSpc="1">
              <a:prstTxWarp prst="textNoShape">
                <a:avLst/>
              </a:prstTxWarp>
            </a:bodyPr>
            <a:lstStyle/>
            <a:p>
              <a:endParaRPr lang="de-DE" sz="2048" dirty="0">
                <a:latin typeface="Segoe UI" panose="020B0502040204020203" pitchFamily="34" charset="0"/>
              </a:endParaRPr>
            </a:p>
          </p:txBody>
        </p:sp>
        <p:sp>
          <p:nvSpPr>
            <p:cNvPr id="15" name="DATEV">
              <a:extLst>
                <a:ext uri="{FF2B5EF4-FFF2-40B4-BE49-F238E27FC236}">
                  <a16:creationId xmlns:a16="http://schemas.microsoft.com/office/drawing/2014/main" id="{4E32C730-96B7-4E11-B90C-B8620C31834F}"/>
                </a:ext>
                <a:ext uri="{C183D7F6-B498-43B3-948B-1728B52AA6E4}">
                  <adec:decorative xmlns:adec="http://schemas.microsoft.com/office/drawing/2017/decorative" val="1"/>
                </a:ext>
              </a:extLst>
            </p:cNvPr>
            <p:cNvSpPr>
              <a:spLocks noEditPoints="1"/>
            </p:cNvSpPr>
            <p:nvPr userDrawn="1"/>
          </p:nvSpPr>
          <p:spPr bwMode="gray">
            <a:xfrm>
              <a:off x="5836156" y="3300841"/>
              <a:ext cx="1333707" cy="304804"/>
            </a:xfrm>
            <a:custGeom>
              <a:avLst/>
              <a:gdLst>
                <a:gd name="T0" fmla="*/ 211 w 4466"/>
                <a:gd name="T1" fmla="*/ 848 h 1020"/>
                <a:gd name="T2" fmla="*/ 329 w 4466"/>
                <a:gd name="T3" fmla="*/ 848 h 1020"/>
                <a:gd name="T4" fmla="*/ 667 w 4466"/>
                <a:gd name="T5" fmla="*/ 510 h 1020"/>
                <a:gd name="T6" fmla="*/ 384 w 4466"/>
                <a:gd name="T7" fmla="*/ 173 h 1020"/>
                <a:gd name="T8" fmla="*/ 211 w 4466"/>
                <a:gd name="T9" fmla="*/ 173 h 1020"/>
                <a:gd name="T10" fmla="*/ 211 w 4466"/>
                <a:gd name="T11" fmla="*/ 848 h 1020"/>
                <a:gd name="T12" fmla="*/ 0 w 4466"/>
                <a:gd name="T13" fmla="*/ 0 h 1020"/>
                <a:gd name="T14" fmla="*/ 400 w 4466"/>
                <a:gd name="T15" fmla="*/ 0 h 1020"/>
                <a:gd name="T16" fmla="*/ 879 w 4466"/>
                <a:gd name="T17" fmla="*/ 518 h 1020"/>
                <a:gd name="T18" fmla="*/ 368 w 4466"/>
                <a:gd name="T19" fmla="*/ 1020 h 1020"/>
                <a:gd name="T20" fmla="*/ 0 w 4466"/>
                <a:gd name="T21" fmla="*/ 1020 h 1020"/>
                <a:gd name="T22" fmla="*/ 0 w 4466"/>
                <a:gd name="T23" fmla="*/ 0 h 1020"/>
                <a:gd name="T24" fmla="*/ 2692 w 4466"/>
                <a:gd name="T25" fmla="*/ 0 h 1020"/>
                <a:gd name="T26" fmla="*/ 3375 w 4466"/>
                <a:gd name="T27" fmla="*/ 0 h 1020"/>
                <a:gd name="T28" fmla="*/ 3375 w 4466"/>
                <a:gd name="T29" fmla="*/ 173 h 1020"/>
                <a:gd name="T30" fmla="*/ 2911 w 4466"/>
                <a:gd name="T31" fmla="*/ 173 h 1020"/>
                <a:gd name="T32" fmla="*/ 2911 w 4466"/>
                <a:gd name="T33" fmla="*/ 400 h 1020"/>
                <a:gd name="T34" fmla="*/ 3343 w 4466"/>
                <a:gd name="T35" fmla="*/ 400 h 1020"/>
                <a:gd name="T36" fmla="*/ 3343 w 4466"/>
                <a:gd name="T37" fmla="*/ 573 h 1020"/>
                <a:gd name="T38" fmla="*/ 2911 w 4466"/>
                <a:gd name="T39" fmla="*/ 573 h 1020"/>
                <a:gd name="T40" fmla="*/ 2911 w 4466"/>
                <a:gd name="T41" fmla="*/ 856 h 1020"/>
                <a:gd name="T42" fmla="*/ 3398 w 4466"/>
                <a:gd name="T43" fmla="*/ 856 h 1020"/>
                <a:gd name="T44" fmla="*/ 3398 w 4466"/>
                <a:gd name="T45" fmla="*/ 1020 h 1020"/>
                <a:gd name="T46" fmla="*/ 2692 w 4466"/>
                <a:gd name="T47" fmla="*/ 1020 h 1020"/>
                <a:gd name="T48" fmla="*/ 2692 w 4466"/>
                <a:gd name="T49" fmla="*/ 0 h 1020"/>
                <a:gd name="T50" fmla="*/ 1334 w 4466"/>
                <a:gd name="T51" fmla="*/ 1020 h 1020"/>
                <a:gd name="T52" fmla="*/ 1334 w 4466"/>
                <a:gd name="T53" fmla="*/ 856 h 1020"/>
                <a:gd name="T54" fmla="*/ 1616 w 4466"/>
                <a:gd name="T55" fmla="*/ 856 h 1020"/>
                <a:gd name="T56" fmla="*/ 1365 w 4466"/>
                <a:gd name="T57" fmla="*/ 212 h 1020"/>
                <a:gd name="T58" fmla="*/ 1059 w 4466"/>
                <a:gd name="T59" fmla="*/ 1020 h 1020"/>
                <a:gd name="T60" fmla="*/ 839 w 4466"/>
                <a:gd name="T61" fmla="*/ 1020 h 1020"/>
                <a:gd name="T62" fmla="*/ 1232 w 4466"/>
                <a:gd name="T63" fmla="*/ 0 h 1020"/>
                <a:gd name="T64" fmla="*/ 1499 w 4466"/>
                <a:gd name="T65" fmla="*/ 0 h 1020"/>
                <a:gd name="T66" fmla="*/ 1899 w 4466"/>
                <a:gd name="T67" fmla="*/ 1020 h 1020"/>
                <a:gd name="T68" fmla="*/ 1334 w 4466"/>
                <a:gd name="T69" fmla="*/ 1020 h 1020"/>
                <a:gd name="T70" fmla="*/ 1726 w 4466"/>
                <a:gd name="T71" fmla="*/ 173 h 1020"/>
                <a:gd name="T72" fmla="*/ 1726 w 4466"/>
                <a:gd name="T73" fmla="*/ 0 h 1020"/>
                <a:gd name="T74" fmla="*/ 2605 w 4466"/>
                <a:gd name="T75" fmla="*/ 0 h 1020"/>
                <a:gd name="T76" fmla="*/ 2605 w 4466"/>
                <a:gd name="T77" fmla="*/ 173 h 1020"/>
                <a:gd name="T78" fmla="*/ 2284 w 4466"/>
                <a:gd name="T79" fmla="*/ 173 h 1020"/>
                <a:gd name="T80" fmla="*/ 2284 w 4466"/>
                <a:gd name="T81" fmla="*/ 1020 h 1020"/>
                <a:gd name="T82" fmla="*/ 2056 w 4466"/>
                <a:gd name="T83" fmla="*/ 1020 h 1020"/>
                <a:gd name="T84" fmla="*/ 2056 w 4466"/>
                <a:gd name="T85" fmla="*/ 173 h 1020"/>
                <a:gd name="T86" fmla="*/ 1726 w 4466"/>
                <a:gd name="T87" fmla="*/ 173 h 1020"/>
                <a:gd name="T88" fmla="*/ 3924 w 4466"/>
                <a:gd name="T89" fmla="*/ 0 h 1020"/>
                <a:gd name="T90" fmla="*/ 3924 w 4466"/>
                <a:gd name="T91" fmla="*/ 173 h 1020"/>
                <a:gd name="T92" fmla="*/ 4183 w 4466"/>
                <a:gd name="T93" fmla="*/ 173 h 1020"/>
                <a:gd name="T94" fmla="*/ 3948 w 4466"/>
                <a:gd name="T95" fmla="*/ 793 h 1020"/>
                <a:gd name="T96" fmla="*/ 3657 w 4466"/>
                <a:gd name="T97" fmla="*/ 0 h 1020"/>
                <a:gd name="T98" fmla="*/ 3429 w 4466"/>
                <a:gd name="T99" fmla="*/ 0 h 1020"/>
                <a:gd name="T100" fmla="*/ 3830 w 4466"/>
                <a:gd name="T101" fmla="*/ 1020 h 1020"/>
                <a:gd name="T102" fmla="*/ 4073 w 4466"/>
                <a:gd name="T103" fmla="*/ 1020 h 1020"/>
                <a:gd name="T104" fmla="*/ 4466 w 4466"/>
                <a:gd name="T105" fmla="*/ 0 h 1020"/>
                <a:gd name="T106" fmla="*/ 3924 w 4466"/>
                <a:gd name="T107" fmla="*/ 0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66" h="1020">
                  <a:moveTo>
                    <a:pt x="211" y="848"/>
                  </a:moveTo>
                  <a:cubicBezTo>
                    <a:pt x="329" y="848"/>
                    <a:pt x="329" y="848"/>
                    <a:pt x="329" y="848"/>
                  </a:cubicBezTo>
                  <a:cubicBezTo>
                    <a:pt x="510" y="848"/>
                    <a:pt x="659" y="730"/>
                    <a:pt x="667" y="510"/>
                  </a:cubicBezTo>
                  <a:cubicBezTo>
                    <a:pt x="675" y="298"/>
                    <a:pt x="557" y="173"/>
                    <a:pt x="384" y="173"/>
                  </a:cubicBezTo>
                  <a:cubicBezTo>
                    <a:pt x="211" y="173"/>
                    <a:pt x="211" y="173"/>
                    <a:pt x="211" y="173"/>
                  </a:cubicBezTo>
                  <a:cubicBezTo>
                    <a:pt x="211" y="848"/>
                    <a:pt x="211" y="848"/>
                    <a:pt x="211" y="848"/>
                  </a:cubicBezTo>
                  <a:close/>
                  <a:moveTo>
                    <a:pt x="0" y="0"/>
                  </a:moveTo>
                  <a:cubicBezTo>
                    <a:pt x="400" y="0"/>
                    <a:pt x="400" y="0"/>
                    <a:pt x="400" y="0"/>
                  </a:cubicBezTo>
                  <a:cubicBezTo>
                    <a:pt x="675" y="0"/>
                    <a:pt x="871" y="204"/>
                    <a:pt x="879" y="518"/>
                  </a:cubicBezTo>
                  <a:cubicBezTo>
                    <a:pt x="879" y="801"/>
                    <a:pt x="643" y="1020"/>
                    <a:pt x="368" y="1020"/>
                  </a:cubicBezTo>
                  <a:cubicBezTo>
                    <a:pt x="0" y="1020"/>
                    <a:pt x="0" y="1020"/>
                    <a:pt x="0" y="1020"/>
                  </a:cubicBezTo>
                  <a:cubicBezTo>
                    <a:pt x="0" y="0"/>
                    <a:pt x="0" y="0"/>
                    <a:pt x="0" y="0"/>
                  </a:cubicBezTo>
                  <a:close/>
                  <a:moveTo>
                    <a:pt x="2692" y="0"/>
                  </a:moveTo>
                  <a:cubicBezTo>
                    <a:pt x="3375" y="0"/>
                    <a:pt x="3375" y="0"/>
                    <a:pt x="3375" y="0"/>
                  </a:cubicBezTo>
                  <a:cubicBezTo>
                    <a:pt x="3375" y="173"/>
                    <a:pt x="3375" y="173"/>
                    <a:pt x="3375" y="173"/>
                  </a:cubicBezTo>
                  <a:cubicBezTo>
                    <a:pt x="2911" y="173"/>
                    <a:pt x="2911" y="173"/>
                    <a:pt x="2911" y="173"/>
                  </a:cubicBezTo>
                  <a:cubicBezTo>
                    <a:pt x="2911" y="400"/>
                    <a:pt x="2911" y="400"/>
                    <a:pt x="2911" y="400"/>
                  </a:cubicBezTo>
                  <a:cubicBezTo>
                    <a:pt x="3343" y="400"/>
                    <a:pt x="3343" y="400"/>
                    <a:pt x="3343" y="400"/>
                  </a:cubicBezTo>
                  <a:cubicBezTo>
                    <a:pt x="3343" y="573"/>
                    <a:pt x="3343" y="573"/>
                    <a:pt x="3343" y="573"/>
                  </a:cubicBezTo>
                  <a:cubicBezTo>
                    <a:pt x="2911" y="573"/>
                    <a:pt x="2911" y="573"/>
                    <a:pt x="2911" y="573"/>
                  </a:cubicBezTo>
                  <a:cubicBezTo>
                    <a:pt x="2911" y="856"/>
                    <a:pt x="2911" y="856"/>
                    <a:pt x="2911" y="856"/>
                  </a:cubicBezTo>
                  <a:cubicBezTo>
                    <a:pt x="3398" y="856"/>
                    <a:pt x="3398" y="856"/>
                    <a:pt x="3398" y="856"/>
                  </a:cubicBezTo>
                  <a:cubicBezTo>
                    <a:pt x="3398" y="1020"/>
                    <a:pt x="3398" y="1020"/>
                    <a:pt x="3398" y="1020"/>
                  </a:cubicBezTo>
                  <a:cubicBezTo>
                    <a:pt x="2692" y="1020"/>
                    <a:pt x="2692" y="1020"/>
                    <a:pt x="2692" y="1020"/>
                  </a:cubicBezTo>
                  <a:cubicBezTo>
                    <a:pt x="2692" y="0"/>
                    <a:pt x="2692" y="0"/>
                    <a:pt x="2692" y="0"/>
                  </a:cubicBezTo>
                  <a:close/>
                  <a:moveTo>
                    <a:pt x="1334" y="1020"/>
                  </a:moveTo>
                  <a:cubicBezTo>
                    <a:pt x="1334" y="856"/>
                    <a:pt x="1334" y="856"/>
                    <a:pt x="1334" y="856"/>
                  </a:cubicBezTo>
                  <a:cubicBezTo>
                    <a:pt x="1616" y="856"/>
                    <a:pt x="1616" y="856"/>
                    <a:pt x="1616" y="856"/>
                  </a:cubicBezTo>
                  <a:cubicBezTo>
                    <a:pt x="1365" y="212"/>
                    <a:pt x="1365" y="212"/>
                    <a:pt x="1365" y="212"/>
                  </a:cubicBezTo>
                  <a:cubicBezTo>
                    <a:pt x="1059" y="1020"/>
                    <a:pt x="1059" y="1020"/>
                    <a:pt x="1059" y="1020"/>
                  </a:cubicBezTo>
                  <a:cubicBezTo>
                    <a:pt x="839" y="1020"/>
                    <a:pt x="839" y="1020"/>
                    <a:pt x="839" y="1020"/>
                  </a:cubicBezTo>
                  <a:cubicBezTo>
                    <a:pt x="1232" y="0"/>
                    <a:pt x="1232" y="0"/>
                    <a:pt x="1232" y="0"/>
                  </a:cubicBezTo>
                  <a:cubicBezTo>
                    <a:pt x="1499" y="0"/>
                    <a:pt x="1499" y="0"/>
                    <a:pt x="1499" y="0"/>
                  </a:cubicBezTo>
                  <a:cubicBezTo>
                    <a:pt x="1899" y="1020"/>
                    <a:pt x="1899" y="1020"/>
                    <a:pt x="1899" y="1020"/>
                  </a:cubicBezTo>
                  <a:cubicBezTo>
                    <a:pt x="1334" y="1020"/>
                    <a:pt x="1334" y="1020"/>
                    <a:pt x="1334" y="1020"/>
                  </a:cubicBezTo>
                  <a:close/>
                  <a:moveTo>
                    <a:pt x="1726" y="173"/>
                  </a:moveTo>
                  <a:cubicBezTo>
                    <a:pt x="1726" y="0"/>
                    <a:pt x="1726" y="0"/>
                    <a:pt x="1726" y="0"/>
                  </a:cubicBezTo>
                  <a:cubicBezTo>
                    <a:pt x="2605" y="0"/>
                    <a:pt x="2605" y="0"/>
                    <a:pt x="2605" y="0"/>
                  </a:cubicBezTo>
                  <a:cubicBezTo>
                    <a:pt x="2605" y="173"/>
                    <a:pt x="2605" y="173"/>
                    <a:pt x="2605" y="173"/>
                  </a:cubicBezTo>
                  <a:cubicBezTo>
                    <a:pt x="2284" y="173"/>
                    <a:pt x="2284" y="173"/>
                    <a:pt x="2284" y="173"/>
                  </a:cubicBezTo>
                  <a:cubicBezTo>
                    <a:pt x="2284" y="1020"/>
                    <a:pt x="2284" y="1020"/>
                    <a:pt x="2284" y="1020"/>
                  </a:cubicBezTo>
                  <a:cubicBezTo>
                    <a:pt x="2056" y="1020"/>
                    <a:pt x="2056" y="1020"/>
                    <a:pt x="2056" y="1020"/>
                  </a:cubicBezTo>
                  <a:cubicBezTo>
                    <a:pt x="2056" y="173"/>
                    <a:pt x="2056" y="173"/>
                    <a:pt x="2056" y="173"/>
                  </a:cubicBezTo>
                  <a:cubicBezTo>
                    <a:pt x="1726" y="173"/>
                    <a:pt x="1726" y="173"/>
                    <a:pt x="1726" y="173"/>
                  </a:cubicBezTo>
                  <a:close/>
                  <a:moveTo>
                    <a:pt x="3924" y="0"/>
                  </a:moveTo>
                  <a:cubicBezTo>
                    <a:pt x="3924" y="173"/>
                    <a:pt x="3924" y="173"/>
                    <a:pt x="3924" y="173"/>
                  </a:cubicBezTo>
                  <a:cubicBezTo>
                    <a:pt x="4183" y="173"/>
                    <a:pt x="4183" y="173"/>
                    <a:pt x="4183" y="173"/>
                  </a:cubicBezTo>
                  <a:cubicBezTo>
                    <a:pt x="3948" y="793"/>
                    <a:pt x="3948" y="793"/>
                    <a:pt x="3948" y="793"/>
                  </a:cubicBezTo>
                  <a:cubicBezTo>
                    <a:pt x="3657" y="0"/>
                    <a:pt x="3657" y="0"/>
                    <a:pt x="3657" y="0"/>
                  </a:cubicBezTo>
                  <a:cubicBezTo>
                    <a:pt x="3429" y="0"/>
                    <a:pt x="3429" y="0"/>
                    <a:pt x="3429" y="0"/>
                  </a:cubicBezTo>
                  <a:cubicBezTo>
                    <a:pt x="3830" y="1020"/>
                    <a:pt x="3830" y="1020"/>
                    <a:pt x="3830" y="1020"/>
                  </a:cubicBezTo>
                  <a:cubicBezTo>
                    <a:pt x="4073" y="1020"/>
                    <a:pt x="4073" y="1020"/>
                    <a:pt x="4073" y="1020"/>
                  </a:cubicBezTo>
                  <a:cubicBezTo>
                    <a:pt x="4466" y="0"/>
                    <a:pt x="4466" y="0"/>
                    <a:pt x="4466" y="0"/>
                  </a:cubicBezTo>
                  <a:cubicBezTo>
                    <a:pt x="3924" y="0"/>
                    <a:pt x="3924" y="0"/>
                    <a:pt x="3924" y="0"/>
                  </a:cubicBezTo>
                  <a:close/>
                </a:path>
              </a:pathLst>
            </a:custGeom>
            <a:solidFill>
              <a:schemeClr val="bg2"/>
            </a:solidFill>
            <a:ln>
              <a:noFill/>
            </a:ln>
          </p:spPr>
          <p:txBody>
            <a:bodyPr vert="horz" wrap="square" lIns="97536" tIns="48768" rIns="97536" bIns="48768" numCol="1" anchor="t" anchorCtr="0" compatLnSpc="1">
              <a:prstTxWarp prst="textNoShape">
                <a:avLst/>
              </a:prstTxWarp>
            </a:bodyPr>
            <a:lstStyle/>
            <a:p>
              <a:endParaRPr lang="de-DE" sz="2048" dirty="0">
                <a:latin typeface="Segoe UI" panose="020B0502040204020203" pitchFamily="34" charset="0"/>
              </a:endParaRPr>
            </a:p>
          </p:txBody>
        </p:sp>
      </p:grpSp>
      <p:sp>
        <p:nvSpPr>
          <p:cNvPr id="20" name="Copyright">
            <a:extLst>
              <a:ext uri="{FF2B5EF4-FFF2-40B4-BE49-F238E27FC236}">
                <a16:creationId xmlns:a16="http://schemas.microsoft.com/office/drawing/2014/main" id="{7C227F76-EE59-46DD-8395-B535539DF6E8}"/>
              </a:ext>
            </a:extLst>
          </p:cNvPr>
          <p:cNvSpPr txBox="1">
            <a:spLocks/>
          </p:cNvSpPr>
          <p:nvPr userDrawn="1"/>
        </p:nvSpPr>
        <p:spPr bwMode="gray">
          <a:xfrm>
            <a:off x="4774807" y="7042150"/>
            <a:ext cx="3455186" cy="273050"/>
          </a:xfrm>
          <a:prstGeom prst="rect">
            <a:avLst/>
          </a:prstGeom>
        </p:spPr>
        <p:txBody>
          <a:bodyPr vert="horz" lIns="0" tIns="0" rIns="0" bIns="0" rtlCol="0" anchor="ctr">
            <a:noAutofit/>
          </a:bodyPr>
          <a:lstStyle>
            <a:lvl1pPr marL="0" indent="0" algn="l" defTabSz="914400" rtl="0" eaLnBrk="1" latinLnBrk="0" hangingPunct="1">
              <a:spcBef>
                <a:spcPts val="400"/>
              </a:spcBef>
              <a:spcAft>
                <a:spcPts val="400"/>
              </a:spcAft>
              <a:buFont typeface="Arial" panose="020B0604020202020204" pitchFamily="34" charset="0"/>
              <a:buNone/>
              <a:defRPr sz="1000" kern="1200" cap="none">
                <a:solidFill>
                  <a:schemeClr val="tx1"/>
                </a:solidFill>
                <a:latin typeface="+mn-lt"/>
                <a:ea typeface="+mn-ea"/>
                <a:cs typeface="+mn-cs"/>
              </a:defRPr>
            </a:lvl1pPr>
            <a:lvl2pPr marL="0" indent="0" algn="l" defTabSz="914400" rtl="0" eaLnBrk="1" latinLnBrk="0" hangingPunct="1">
              <a:spcBef>
                <a:spcPts val="400"/>
              </a:spcBef>
              <a:spcAft>
                <a:spcPts val="400"/>
              </a:spcAft>
              <a:buFont typeface="Arial" panose="020B0604020202020204" pitchFamily="34" charset="0"/>
              <a:buNone/>
              <a:defRPr sz="1000" b="1" kern="1200" cap="none">
                <a:solidFill>
                  <a:schemeClr val="tx1"/>
                </a:solidFill>
                <a:latin typeface="+mn-lt"/>
                <a:ea typeface="+mn-ea"/>
                <a:cs typeface="+mn-cs"/>
              </a:defRPr>
            </a:lvl2pPr>
            <a:lvl3pPr marL="216000" indent="-216000" algn="l" defTabSz="914400" rtl="0" eaLnBrk="1" latinLnBrk="0" hangingPunct="1">
              <a:spcBef>
                <a:spcPts val="400"/>
              </a:spcBef>
              <a:spcAft>
                <a:spcPts val="300"/>
              </a:spcAft>
              <a:buClr>
                <a:schemeClr val="bg2"/>
              </a:buClr>
              <a:buFont typeface="Wingdings" panose="05000000000000000000" pitchFamily="2" charset="2"/>
              <a:buChar char="§"/>
              <a:defRPr sz="1000" kern="1200" cap="none">
                <a:solidFill>
                  <a:schemeClr val="tx1"/>
                </a:solidFill>
                <a:latin typeface="+mn-lt"/>
                <a:ea typeface="+mn-ea"/>
                <a:cs typeface="+mn-cs"/>
              </a:defRPr>
            </a:lvl3pPr>
            <a:lvl4pPr marL="432000" indent="-216000" algn="l" defTabSz="914400" rtl="0" eaLnBrk="1" latinLnBrk="0" hangingPunct="1">
              <a:spcBef>
                <a:spcPts val="0"/>
              </a:spcBef>
              <a:spcAft>
                <a:spcPts val="600"/>
              </a:spcAft>
              <a:buClr>
                <a:schemeClr val="bg2"/>
              </a:buClr>
              <a:buFont typeface="Symbol" panose="05050102010706020507" pitchFamily="18" charset="2"/>
              <a:buChar char="-"/>
              <a:defRPr sz="1000" kern="1200" cap="none">
                <a:solidFill>
                  <a:schemeClr val="tx1"/>
                </a:solidFill>
                <a:latin typeface="+mn-lt"/>
                <a:ea typeface="+mn-ea"/>
                <a:cs typeface="+mn-cs"/>
              </a:defRPr>
            </a:lvl4pPr>
            <a:lvl5pPr marL="216000" indent="-216000" algn="l" defTabSz="914400" rtl="0" eaLnBrk="1" latinLnBrk="0" hangingPunct="1">
              <a:spcBef>
                <a:spcPts val="400"/>
              </a:spcBef>
              <a:spcAft>
                <a:spcPts val="300"/>
              </a:spcAft>
              <a:buClr>
                <a:schemeClr val="tx2"/>
              </a:buClr>
              <a:buFont typeface="+mj-lt"/>
              <a:buAutoNum type="arabicPeriod"/>
              <a:defRPr sz="1000" kern="1200" cap="none">
                <a:solidFill>
                  <a:schemeClr val="tx1"/>
                </a:solidFill>
                <a:latin typeface="+mn-lt"/>
                <a:ea typeface="+mn-ea"/>
                <a:cs typeface="+mn-cs"/>
              </a:defRPr>
            </a:lvl5pPr>
            <a:lvl6pPr marL="432000" indent="-216000" algn="l" defTabSz="914400" rtl="0" eaLnBrk="1" latinLnBrk="0" hangingPunct="1">
              <a:spcBef>
                <a:spcPts val="0"/>
              </a:spcBef>
              <a:spcAft>
                <a:spcPts val="600"/>
              </a:spcAft>
              <a:buClr>
                <a:schemeClr val="tx2"/>
              </a:buClr>
              <a:buFont typeface="+mj-lt"/>
              <a:buAutoNum type="alphaLcPeriod"/>
              <a:defRPr sz="1000" kern="1200" cap="none">
                <a:solidFill>
                  <a:schemeClr val="tx1"/>
                </a:solidFill>
                <a:latin typeface="+mn-lt"/>
                <a:ea typeface="+mn-ea"/>
                <a:cs typeface="+mn-cs"/>
              </a:defRPr>
            </a:lvl6pPr>
            <a:lvl7pPr marL="0" indent="0" algn="l" defTabSz="914400" rtl="0" eaLnBrk="1" latinLnBrk="0" hangingPunct="1">
              <a:spcBef>
                <a:spcPts val="400"/>
              </a:spcBef>
              <a:spcAft>
                <a:spcPts val="300"/>
              </a:spcAft>
              <a:buFont typeface="Arial" panose="020B0604020202020204" pitchFamily="34" charset="0"/>
              <a:buNone/>
              <a:defRPr sz="1100" b="1" kern="1200" cap="none" baseline="0">
                <a:solidFill>
                  <a:schemeClr val="bg2"/>
                </a:solidFill>
                <a:latin typeface="+mn-lt"/>
                <a:ea typeface="+mn-ea"/>
                <a:cs typeface="+mn-cs"/>
              </a:defRPr>
            </a:lvl7pPr>
            <a:lvl8pPr marL="0" indent="0" algn="l" defTabSz="914400" rtl="0" eaLnBrk="1" latinLnBrk="0" hangingPunct="1">
              <a:spcBef>
                <a:spcPts val="400"/>
              </a:spcBef>
              <a:spcAft>
                <a:spcPts val="300"/>
              </a:spcAft>
              <a:buFont typeface="Arial" panose="020B0604020202020204" pitchFamily="34" charset="0"/>
              <a:buNone/>
              <a:defRPr sz="1100" b="1" kern="1200" cap="none" baseline="0">
                <a:solidFill>
                  <a:schemeClr val="tx2"/>
                </a:solidFill>
                <a:latin typeface="+mn-lt"/>
                <a:ea typeface="+mn-ea"/>
                <a:cs typeface="+mn-cs"/>
              </a:defRPr>
            </a:lvl8pPr>
            <a:lvl9pPr marL="0" indent="0" algn="l" defTabSz="914400" rtl="0" eaLnBrk="1" latinLnBrk="0" hangingPunct="1">
              <a:spcBef>
                <a:spcPts val="300"/>
              </a:spcBef>
              <a:buFont typeface="Arial" panose="020B0604020202020204" pitchFamily="34" charset="0"/>
              <a:buNone/>
              <a:defRPr sz="600" kern="1200" cap="none">
                <a:solidFill>
                  <a:schemeClr val="bg1">
                    <a:lumMod val="65000"/>
                  </a:schemeClr>
                </a:solidFill>
                <a:latin typeface="+mn-lt"/>
                <a:ea typeface="+mn-ea"/>
                <a:cs typeface="+mn-cs"/>
              </a:defRPr>
            </a:lvl9pPr>
          </a:lstStyle>
          <a:p>
            <a:pPr marR="0" lvl="1" indent="0" algn="ctr" defTabSz="457200" fontAlgn="auto">
              <a:lnSpc>
                <a:spcPct val="100000"/>
              </a:lnSpc>
              <a:spcBef>
                <a:spcPts val="427"/>
              </a:spcBef>
              <a:spcAft>
                <a:spcPts val="427"/>
              </a:spcAft>
              <a:buClrTx/>
              <a:buSzTx/>
              <a:buFont typeface="Arial" panose="020B0604020202020204" pitchFamily="34" charset="0"/>
              <a:buNone/>
              <a:tabLst/>
              <a:defRPr/>
            </a:pPr>
            <a:r>
              <a:rPr lang="de-DE" sz="800" b="0" noProof="1">
                <a:solidFill>
                  <a:srgbClr val="666666"/>
                </a:solidFill>
                <a:latin typeface="Segoe UI" panose="020B0502040204020203" pitchFamily="34" charset="0"/>
              </a:rPr>
              <a:t>© DATEV eG, alle Rechte vorbehalten</a:t>
            </a:r>
          </a:p>
        </p:txBody>
      </p:sp>
    </p:spTree>
    <p:extLst>
      <p:ext uri="{BB962C8B-B14F-4D97-AF65-F5344CB8AC3E}">
        <p14:creationId xmlns:p14="http://schemas.microsoft.com/office/powerpoint/2010/main" val="15127444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chlussfolie Verlauf">
    <p:bg>
      <p:bgPr>
        <a:solidFill>
          <a:srgbClr val="FBFBFA"/>
        </a:solidFill>
        <a:effectLst/>
      </p:bgPr>
    </p:bg>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59C93EAD-090E-448C-928F-0F1FF80C45E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3004800" cy="7315200"/>
          </a:xfrm>
          <a:prstGeom prst="rect">
            <a:avLst/>
          </a:prstGeom>
        </p:spPr>
      </p:pic>
      <p:sp>
        <p:nvSpPr>
          <p:cNvPr id="13" name="Titel 1">
            <a:extLst>
              <a:ext uri="{FF2B5EF4-FFF2-40B4-BE49-F238E27FC236}">
                <a16:creationId xmlns:a16="http://schemas.microsoft.com/office/drawing/2014/main" id="{2D07EE9A-3001-46F3-9F18-179FA7FA1F52}"/>
              </a:ext>
            </a:extLst>
          </p:cNvPr>
          <p:cNvSpPr txBox="1">
            <a:spLocks/>
          </p:cNvSpPr>
          <p:nvPr userDrawn="1"/>
        </p:nvSpPr>
        <p:spPr bwMode="gray">
          <a:xfrm>
            <a:off x="3424947" y="4233600"/>
            <a:ext cx="6154906" cy="436036"/>
          </a:xfrm>
          <a:prstGeom prst="rect">
            <a:avLst/>
          </a:prstGeom>
          <a:noFill/>
        </p:spPr>
        <p:txBody>
          <a:bodyPr vert="horz" lIns="0" tIns="0" rIns="0" bIns="0" rtlCol="0" anchor="t">
            <a:noAutofit/>
          </a:bodyPr>
          <a:lstStyle>
            <a:lvl1pPr algn="l" defTabSz="914400" rtl="0" eaLnBrk="1" latinLnBrk="0" hangingPunct="1">
              <a:lnSpc>
                <a:spcPct val="100000"/>
              </a:lnSpc>
              <a:spcBef>
                <a:spcPct val="0"/>
              </a:spcBef>
              <a:buNone/>
              <a:defRPr sz="1400" b="1" kern="1200" cap="none" baseline="0">
                <a:solidFill>
                  <a:schemeClr val="tx1"/>
                </a:solidFill>
                <a:latin typeface="+mj-lt"/>
                <a:ea typeface="+mj-ea"/>
                <a:cs typeface="+mj-cs"/>
              </a:defRPr>
            </a:lvl1pPr>
            <a:lvl2pPr eaLnBrk="1" hangingPunct="1">
              <a:defRPr sz="1400" b="1" kern="1200" baseline="0">
                <a:latin typeface="+mj-lt"/>
              </a:defRPr>
            </a:lvl2pPr>
            <a:lvl3pPr eaLnBrk="1" hangingPunct="1">
              <a:defRPr sz="1400" b="1" kern="1200" baseline="0">
                <a:latin typeface="+mj-lt"/>
              </a:defRPr>
            </a:lvl3pPr>
            <a:lvl4pPr eaLnBrk="1" hangingPunct="1">
              <a:defRPr sz="1400" b="1" kern="1200" baseline="0">
                <a:latin typeface="+mn-lt"/>
              </a:defRPr>
            </a:lvl4pPr>
            <a:lvl5pPr eaLnBrk="1" hangingPunct="1">
              <a:defRPr sz="1400" b="1" kern="1200" baseline="0">
                <a:latin typeface="+mj-lt"/>
              </a:defRPr>
            </a:lvl5pPr>
            <a:lvl6pPr eaLnBrk="1" hangingPunct="1">
              <a:defRPr sz="1400" b="1" kern="1200" baseline="0">
                <a:latin typeface="+mj-lt"/>
              </a:defRPr>
            </a:lvl6pPr>
            <a:lvl7pPr eaLnBrk="1" hangingPunct="1">
              <a:defRPr sz="1400" b="1" kern="1200" baseline="0">
                <a:latin typeface="+mj-lt"/>
              </a:defRPr>
            </a:lvl7pPr>
            <a:lvl8pPr eaLnBrk="1" hangingPunct="1">
              <a:defRPr sz="1400" b="1" kern="1200" baseline="0">
                <a:latin typeface="+mj-lt"/>
              </a:defRPr>
            </a:lvl8pPr>
            <a:lvl9pPr eaLnBrk="1" hangingPunct="1">
              <a:defRPr sz="1400" b="1" kern="1200" baseline="0">
                <a:latin typeface="+mj-lt"/>
              </a:defRPr>
            </a:lvl9pPr>
          </a:lstStyle>
          <a:p>
            <a:pPr marL="0" marR="0" lvl="0" indent="0" algn="ctr" defTabSz="975390" rtl="0" eaLnBrk="1" fontAlgn="auto" latinLnBrk="0" hangingPunct="1">
              <a:lnSpc>
                <a:spcPct val="100000"/>
              </a:lnSpc>
              <a:spcBef>
                <a:spcPct val="0"/>
              </a:spcBef>
              <a:spcAft>
                <a:spcPts val="0"/>
              </a:spcAft>
              <a:buClrTx/>
              <a:buSzTx/>
              <a:buFontTx/>
              <a:buNone/>
              <a:tabLst/>
              <a:defRPr/>
            </a:pPr>
            <a:r>
              <a:rPr lang="de-DE" sz="3200" noProof="1">
                <a:solidFill>
                  <a:schemeClr val="bg1"/>
                </a:solidFill>
                <a:latin typeface="Compatil DATEV" panose="02060503060505020203" pitchFamily="18" charset="0"/>
              </a:rPr>
              <a:t>Zukunft gestalten. Gemeinsam.</a:t>
            </a:r>
            <a:endParaRPr kumimoji="0" lang="de-DE" sz="3200" b="1" i="0" u="none" strike="noStrike" kern="1200" cap="none" spc="0" normalizeH="0" baseline="0" noProof="1">
              <a:ln>
                <a:noFill/>
              </a:ln>
              <a:solidFill>
                <a:schemeClr val="bg1"/>
              </a:solidFill>
              <a:effectLst/>
              <a:uLnTx/>
              <a:uFillTx/>
              <a:latin typeface="Compatil DATEV" panose="02060503060505020203" pitchFamily="18" charset="0"/>
            </a:endParaRPr>
          </a:p>
          <a:p>
            <a:pPr marL="0" marR="0" lvl="0" indent="0" algn="ctr" defTabSz="975390" rtl="0" eaLnBrk="1" fontAlgn="auto" latinLnBrk="0" hangingPunct="1">
              <a:lnSpc>
                <a:spcPct val="100000"/>
              </a:lnSpc>
              <a:spcBef>
                <a:spcPct val="0"/>
              </a:spcBef>
              <a:spcAft>
                <a:spcPts val="0"/>
              </a:spcAft>
              <a:buClrTx/>
              <a:buSzTx/>
              <a:buFontTx/>
              <a:buNone/>
              <a:tabLst/>
              <a:defRPr/>
            </a:pPr>
            <a:endParaRPr kumimoji="0" lang="de-DE" sz="3200" b="1" i="0" u="none" strike="noStrike" kern="1200" cap="none" spc="0" normalizeH="0" baseline="0" noProof="1">
              <a:ln>
                <a:noFill/>
              </a:ln>
              <a:solidFill>
                <a:sysClr val="windowText" lastClr="000000"/>
              </a:solidFill>
              <a:effectLst/>
              <a:uLnTx/>
              <a:uFillTx/>
              <a:latin typeface="Compatil DATEV" panose="02060503060505020203" pitchFamily="18" charset="0"/>
              <a:ea typeface="+mj-ea"/>
              <a:cs typeface="+mj-cs"/>
            </a:endParaRPr>
          </a:p>
        </p:txBody>
      </p:sp>
      <p:sp>
        <p:nvSpPr>
          <p:cNvPr id="3" name="Datumsplatzhalter 2">
            <a:extLst>
              <a:ext uri="{FF2B5EF4-FFF2-40B4-BE49-F238E27FC236}">
                <a16:creationId xmlns:a16="http://schemas.microsoft.com/office/drawing/2014/main" id="{8138C22C-E1B0-44F4-BDC2-2EA831E3C31E}"/>
              </a:ext>
              <a:ext uri="{C183D7F6-B498-43B3-948B-1728B52AA6E4}">
                <adec:decorative xmlns:adec="http://schemas.microsoft.com/office/drawing/2017/decorative" val="1"/>
              </a:ext>
            </a:extLst>
          </p:cNvPr>
          <p:cNvSpPr>
            <a:spLocks noGrp="1"/>
          </p:cNvSpPr>
          <p:nvPr>
            <p:ph type="dt" sz="half" idx="10"/>
          </p:nvPr>
        </p:nvSpPr>
        <p:spPr bwMode="gray">
          <a:xfrm>
            <a:off x="10390191" y="7329055"/>
            <a:ext cx="1296984" cy="273050"/>
          </a:xfrm>
          <a:prstGeom prst="rect">
            <a:avLst/>
          </a:prstGeom>
        </p:spPr>
        <p:txBody>
          <a:bodyPr tIns="0"/>
          <a:lstStyle>
            <a:lvl1pPr>
              <a:defRPr>
                <a:noFill/>
              </a:defRPr>
            </a:lvl1pPr>
          </a:lstStyle>
          <a:p>
            <a:fld id="{3E727583-1834-49F6-9A70-C83EE236BE7C}" type="datetime1">
              <a:rPr lang="de-DE" smtClean="0"/>
              <a:t>03.12.25</a:t>
            </a:fld>
            <a:endParaRPr lang="de-DE"/>
          </a:p>
        </p:txBody>
      </p:sp>
      <p:sp>
        <p:nvSpPr>
          <p:cNvPr id="4" name="Fußzeilenplatzhalter 3">
            <a:extLst>
              <a:ext uri="{FF2B5EF4-FFF2-40B4-BE49-F238E27FC236}">
                <a16:creationId xmlns:a16="http://schemas.microsoft.com/office/drawing/2014/main" id="{1EBE4054-2D83-4E4C-B9EF-9AC639A5B915}"/>
              </a:ext>
              <a:ext uri="{C183D7F6-B498-43B3-948B-1728B52AA6E4}">
                <adec:decorative xmlns:adec="http://schemas.microsoft.com/office/drawing/2017/decorative" val="1"/>
              </a:ext>
            </a:extLst>
          </p:cNvPr>
          <p:cNvSpPr>
            <a:spLocks noGrp="1"/>
          </p:cNvSpPr>
          <p:nvPr>
            <p:ph type="ftr" sz="quarter" idx="11"/>
          </p:nvPr>
        </p:nvSpPr>
        <p:spPr bwMode="gray">
          <a:xfrm>
            <a:off x="454026" y="7329055"/>
            <a:ext cx="4319588" cy="273050"/>
          </a:xfrm>
          <a:prstGeom prst="rect">
            <a:avLst/>
          </a:prstGeom>
        </p:spPr>
        <p:txBody>
          <a:bodyPr tIns="0"/>
          <a:lstStyle>
            <a:lvl1pPr>
              <a:defRPr>
                <a:noFill/>
              </a:defRPr>
            </a:lvl1pPr>
          </a:lstStyle>
          <a:p>
            <a:r>
              <a:rPr lang="de-DE"/>
              <a:t>Hier kann eine Fußzeile stehen</a:t>
            </a:r>
            <a:endParaRPr lang="de-DE" dirty="0"/>
          </a:p>
        </p:txBody>
      </p:sp>
      <p:sp>
        <p:nvSpPr>
          <p:cNvPr id="5" name="Foliennummernplatzhalter 4">
            <a:extLst>
              <a:ext uri="{FF2B5EF4-FFF2-40B4-BE49-F238E27FC236}">
                <a16:creationId xmlns:a16="http://schemas.microsoft.com/office/drawing/2014/main" id="{DCB83A3F-B981-41C2-8F2A-B021DA2D45D8}"/>
              </a:ext>
              <a:ext uri="{C183D7F6-B498-43B3-948B-1728B52AA6E4}">
                <adec:decorative xmlns:adec="http://schemas.microsoft.com/office/drawing/2017/decorative" val="1"/>
              </a:ext>
            </a:extLst>
          </p:cNvPr>
          <p:cNvSpPr>
            <a:spLocks noGrp="1"/>
          </p:cNvSpPr>
          <p:nvPr>
            <p:ph type="sldNum" sz="quarter" idx="12"/>
          </p:nvPr>
        </p:nvSpPr>
        <p:spPr bwMode="gray">
          <a:xfrm>
            <a:off x="11687175" y="7329055"/>
            <a:ext cx="863600" cy="273050"/>
          </a:xfrm>
        </p:spPr>
        <p:txBody>
          <a:bodyPr tIns="0"/>
          <a:lstStyle>
            <a:lvl1pPr>
              <a:defRPr>
                <a:noFill/>
              </a:defRPr>
            </a:lvl1pPr>
          </a:lstStyle>
          <a:p>
            <a:fld id="{D612FFA8-16F3-4D16-935C-858579C7B661}" type="slidenum">
              <a:rPr lang="de-DE" smtClean="0"/>
              <a:pPr/>
              <a:t>‹Nr.›</a:t>
            </a:fld>
            <a:endParaRPr lang="de-DE" dirty="0"/>
          </a:p>
        </p:txBody>
      </p:sp>
      <p:grpSp>
        <p:nvGrpSpPr>
          <p:cNvPr id="2" name="Gruppieren 1" descr="Datev Logo">
            <a:extLst>
              <a:ext uri="{FF2B5EF4-FFF2-40B4-BE49-F238E27FC236}">
                <a16:creationId xmlns:a16="http://schemas.microsoft.com/office/drawing/2014/main" id="{AEBEE4E9-69B6-461F-98D3-0524367153AB}"/>
              </a:ext>
            </a:extLst>
          </p:cNvPr>
          <p:cNvGrpSpPr/>
          <p:nvPr userDrawn="1"/>
        </p:nvGrpSpPr>
        <p:grpSpPr>
          <a:xfrm>
            <a:off x="5834938" y="2289600"/>
            <a:ext cx="1334925" cy="1316045"/>
            <a:chOff x="5834938" y="2289600"/>
            <a:chExt cx="1334925" cy="1316045"/>
          </a:xfrm>
        </p:grpSpPr>
        <p:sp>
          <p:nvSpPr>
            <p:cNvPr id="22" name="BILDMARKE">
              <a:extLst>
                <a:ext uri="{FF2B5EF4-FFF2-40B4-BE49-F238E27FC236}">
                  <a16:creationId xmlns:a16="http://schemas.microsoft.com/office/drawing/2014/main" id="{12CA1419-82E1-4C89-899A-F0FD4BF3856E}"/>
                </a:ext>
              </a:extLst>
            </p:cNvPr>
            <p:cNvSpPr>
              <a:spLocks/>
            </p:cNvSpPr>
            <p:nvPr userDrawn="1"/>
          </p:nvSpPr>
          <p:spPr bwMode="gray">
            <a:xfrm>
              <a:off x="5834938" y="2289600"/>
              <a:ext cx="1330053" cy="940902"/>
            </a:xfrm>
            <a:custGeom>
              <a:avLst/>
              <a:gdLst>
                <a:gd name="T0" fmla="*/ 0 w 4368"/>
                <a:gd name="T1" fmla="*/ 0 h 3090"/>
                <a:gd name="T2" fmla="*/ 4368 w 4368"/>
                <a:gd name="T3" fmla="*/ 0 h 3090"/>
                <a:gd name="T4" fmla="*/ 4368 w 4368"/>
                <a:gd name="T5" fmla="*/ 3090 h 3090"/>
                <a:gd name="T6" fmla="*/ 0 w 4368"/>
                <a:gd name="T7" fmla="*/ 3090 h 3090"/>
                <a:gd name="T8" fmla="*/ 0 w 4368"/>
                <a:gd name="T9" fmla="*/ 0 h 3090"/>
                <a:gd name="T10" fmla="*/ 0 w 4368"/>
                <a:gd name="T11" fmla="*/ 0 h 3090"/>
              </a:gdLst>
              <a:ahLst/>
              <a:cxnLst>
                <a:cxn ang="0">
                  <a:pos x="T0" y="T1"/>
                </a:cxn>
                <a:cxn ang="0">
                  <a:pos x="T2" y="T3"/>
                </a:cxn>
                <a:cxn ang="0">
                  <a:pos x="T4" y="T5"/>
                </a:cxn>
                <a:cxn ang="0">
                  <a:pos x="T6" y="T7"/>
                </a:cxn>
                <a:cxn ang="0">
                  <a:pos x="T8" y="T9"/>
                </a:cxn>
                <a:cxn ang="0">
                  <a:pos x="T10" y="T11"/>
                </a:cxn>
              </a:cxnLst>
              <a:rect l="0" t="0" r="r" b="b"/>
              <a:pathLst>
                <a:path w="4368" h="3090">
                  <a:moveTo>
                    <a:pt x="0" y="0"/>
                  </a:moveTo>
                  <a:lnTo>
                    <a:pt x="4368" y="0"/>
                  </a:lnTo>
                  <a:lnTo>
                    <a:pt x="4368" y="3090"/>
                  </a:lnTo>
                  <a:lnTo>
                    <a:pt x="0" y="3090"/>
                  </a:lnTo>
                  <a:lnTo>
                    <a:pt x="0" y="0"/>
                  </a:lnTo>
                  <a:lnTo>
                    <a:pt x="0" y="0"/>
                  </a:lnTo>
                  <a:close/>
                </a:path>
              </a:pathLst>
            </a:custGeom>
            <a:solidFill>
              <a:schemeClr val="bg1"/>
            </a:solidFill>
            <a:ln>
              <a:noFill/>
            </a:ln>
          </p:spPr>
          <p:txBody>
            <a:bodyPr vert="horz" wrap="square" lIns="97536" tIns="48768" rIns="97536" bIns="48768" numCol="1" anchor="t" anchorCtr="0" compatLnSpc="1">
              <a:prstTxWarp prst="textNoShape">
                <a:avLst/>
              </a:prstTxWarp>
            </a:bodyPr>
            <a:lstStyle/>
            <a:p>
              <a:endParaRPr lang="de-DE" sz="2048" dirty="0">
                <a:latin typeface="Segoe UI" panose="020B0502040204020203" pitchFamily="34" charset="0"/>
              </a:endParaRPr>
            </a:p>
          </p:txBody>
        </p:sp>
        <p:sp>
          <p:nvSpPr>
            <p:cNvPr id="23" name="DATEV">
              <a:extLst>
                <a:ext uri="{FF2B5EF4-FFF2-40B4-BE49-F238E27FC236}">
                  <a16:creationId xmlns:a16="http://schemas.microsoft.com/office/drawing/2014/main" id="{D6778744-E6B3-4D28-B803-8194F075D1D5}"/>
                </a:ext>
              </a:extLst>
            </p:cNvPr>
            <p:cNvSpPr>
              <a:spLocks noEditPoints="1"/>
            </p:cNvSpPr>
            <p:nvPr userDrawn="1"/>
          </p:nvSpPr>
          <p:spPr bwMode="gray">
            <a:xfrm>
              <a:off x="5836156" y="3300841"/>
              <a:ext cx="1333707" cy="304804"/>
            </a:xfrm>
            <a:custGeom>
              <a:avLst/>
              <a:gdLst>
                <a:gd name="T0" fmla="*/ 211 w 4466"/>
                <a:gd name="T1" fmla="*/ 848 h 1020"/>
                <a:gd name="T2" fmla="*/ 329 w 4466"/>
                <a:gd name="T3" fmla="*/ 848 h 1020"/>
                <a:gd name="T4" fmla="*/ 667 w 4466"/>
                <a:gd name="T5" fmla="*/ 510 h 1020"/>
                <a:gd name="T6" fmla="*/ 384 w 4466"/>
                <a:gd name="T7" fmla="*/ 173 h 1020"/>
                <a:gd name="T8" fmla="*/ 211 w 4466"/>
                <a:gd name="T9" fmla="*/ 173 h 1020"/>
                <a:gd name="T10" fmla="*/ 211 w 4466"/>
                <a:gd name="T11" fmla="*/ 848 h 1020"/>
                <a:gd name="T12" fmla="*/ 0 w 4466"/>
                <a:gd name="T13" fmla="*/ 0 h 1020"/>
                <a:gd name="T14" fmla="*/ 400 w 4466"/>
                <a:gd name="T15" fmla="*/ 0 h 1020"/>
                <a:gd name="T16" fmla="*/ 879 w 4466"/>
                <a:gd name="T17" fmla="*/ 518 h 1020"/>
                <a:gd name="T18" fmla="*/ 368 w 4466"/>
                <a:gd name="T19" fmla="*/ 1020 h 1020"/>
                <a:gd name="T20" fmla="*/ 0 w 4466"/>
                <a:gd name="T21" fmla="*/ 1020 h 1020"/>
                <a:gd name="T22" fmla="*/ 0 w 4466"/>
                <a:gd name="T23" fmla="*/ 0 h 1020"/>
                <a:gd name="T24" fmla="*/ 2692 w 4466"/>
                <a:gd name="T25" fmla="*/ 0 h 1020"/>
                <a:gd name="T26" fmla="*/ 3375 w 4466"/>
                <a:gd name="T27" fmla="*/ 0 h 1020"/>
                <a:gd name="T28" fmla="*/ 3375 w 4466"/>
                <a:gd name="T29" fmla="*/ 173 h 1020"/>
                <a:gd name="T30" fmla="*/ 2911 w 4466"/>
                <a:gd name="T31" fmla="*/ 173 h 1020"/>
                <a:gd name="T32" fmla="*/ 2911 w 4466"/>
                <a:gd name="T33" fmla="*/ 400 h 1020"/>
                <a:gd name="T34" fmla="*/ 3343 w 4466"/>
                <a:gd name="T35" fmla="*/ 400 h 1020"/>
                <a:gd name="T36" fmla="*/ 3343 w 4466"/>
                <a:gd name="T37" fmla="*/ 573 h 1020"/>
                <a:gd name="T38" fmla="*/ 2911 w 4466"/>
                <a:gd name="T39" fmla="*/ 573 h 1020"/>
                <a:gd name="T40" fmla="*/ 2911 w 4466"/>
                <a:gd name="T41" fmla="*/ 856 h 1020"/>
                <a:gd name="T42" fmla="*/ 3398 w 4466"/>
                <a:gd name="T43" fmla="*/ 856 h 1020"/>
                <a:gd name="T44" fmla="*/ 3398 w 4466"/>
                <a:gd name="T45" fmla="*/ 1020 h 1020"/>
                <a:gd name="T46" fmla="*/ 2692 w 4466"/>
                <a:gd name="T47" fmla="*/ 1020 h 1020"/>
                <a:gd name="T48" fmla="*/ 2692 w 4466"/>
                <a:gd name="T49" fmla="*/ 0 h 1020"/>
                <a:gd name="T50" fmla="*/ 1334 w 4466"/>
                <a:gd name="T51" fmla="*/ 1020 h 1020"/>
                <a:gd name="T52" fmla="*/ 1334 w 4466"/>
                <a:gd name="T53" fmla="*/ 856 h 1020"/>
                <a:gd name="T54" fmla="*/ 1616 w 4466"/>
                <a:gd name="T55" fmla="*/ 856 h 1020"/>
                <a:gd name="T56" fmla="*/ 1365 w 4466"/>
                <a:gd name="T57" fmla="*/ 212 h 1020"/>
                <a:gd name="T58" fmla="*/ 1059 w 4466"/>
                <a:gd name="T59" fmla="*/ 1020 h 1020"/>
                <a:gd name="T60" fmla="*/ 839 w 4466"/>
                <a:gd name="T61" fmla="*/ 1020 h 1020"/>
                <a:gd name="T62" fmla="*/ 1232 w 4466"/>
                <a:gd name="T63" fmla="*/ 0 h 1020"/>
                <a:gd name="T64" fmla="*/ 1499 w 4466"/>
                <a:gd name="T65" fmla="*/ 0 h 1020"/>
                <a:gd name="T66" fmla="*/ 1899 w 4466"/>
                <a:gd name="T67" fmla="*/ 1020 h 1020"/>
                <a:gd name="T68" fmla="*/ 1334 w 4466"/>
                <a:gd name="T69" fmla="*/ 1020 h 1020"/>
                <a:gd name="T70" fmla="*/ 1726 w 4466"/>
                <a:gd name="T71" fmla="*/ 173 h 1020"/>
                <a:gd name="T72" fmla="*/ 1726 w 4466"/>
                <a:gd name="T73" fmla="*/ 0 h 1020"/>
                <a:gd name="T74" fmla="*/ 2605 w 4466"/>
                <a:gd name="T75" fmla="*/ 0 h 1020"/>
                <a:gd name="T76" fmla="*/ 2605 w 4466"/>
                <a:gd name="T77" fmla="*/ 173 h 1020"/>
                <a:gd name="T78" fmla="*/ 2284 w 4466"/>
                <a:gd name="T79" fmla="*/ 173 h 1020"/>
                <a:gd name="T80" fmla="*/ 2284 w 4466"/>
                <a:gd name="T81" fmla="*/ 1020 h 1020"/>
                <a:gd name="T82" fmla="*/ 2056 w 4466"/>
                <a:gd name="T83" fmla="*/ 1020 h 1020"/>
                <a:gd name="T84" fmla="*/ 2056 w 4466"/>
                <a:gd name="T85" fmla="*/ 173 h 1020"/>
                <a:gd name="T86" fmla="*/ 1726 w 4466"/>
                <a:gd name="T87" fmla="*/ 173 h 1020"/>
                <a:gd name="T88" fmla="*/ 3924 w 4466"/>
                <a:gd name="T89" fmla="*/ 0 h 1020"/>
                <a:gd name="T90" fmla="*/ 3924 w 4466"/>
                <a:gd name="T91" fmla="*/ 173 h 1020"/>
                <a:gd name="T92" fmla="*/ 4183 w 4466"/>
                <a:gd name="T93" fmla="*/ 173 h 1020"/>
                <a:gd name="T94" fmla="*/ 3948 w 4466"/>
                <a:gd name="T95" fmla="*/ 793 h 1020"/>
                <a:gd name="T96" fmla="*/ 3657 w 4466"/>
                <a:gd name="T97" fmla="*/ 0 h 1020"/>
                <a:gd name="T98" fmla="*/ 3429 w 4466"/>
                <a:gd name="T99" fmla="*/ 0 h 1020"/>
                <a:gd name="T100" fmla="*/ 3830 w 4466"/>
                <a:gd name="T101" fmla="*/ 1020 h 1020"/>
                <a:gd name="T102" fmla="*/ 4073 w 4466"/>
                <a:gd name="T103" fmla="*/ 1020 h 1020"/>
                <a:gd name="T104" fmla="*/ 4466 w 4466"/>
                <a:gd name="T105" fmla="*/ 0 h 1020"/>
                <a:gd name="T106" fmla="*/ 3924 w 4466"/>
                <a:gd name="T107" fmla="*/ 0 h 10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66" h="1020">
                  <a:moveTo>
                    <a:pt x="211" y="848"/>
                  </a:moveTo>
                  <a:cubicBezTo>
                    <a:pt x="329" y="848"/>
                    <a:pt x="329" y="848"/>
                    <a:pt x="329" y="848"/>
                  </a:cubicBezTo>
                  <a:cubicBezTo>
                    <a:pt x="510" y="848"/>
                    <a:pt x="659" y="730"/>
                    <a:pt x="667" y="510"/>
                  </a:cubicBezTo>
                  <a:cubicBezTo>
                    <a:pt x="675" y="298"/>
                    <a:pt x="557" y="173"/>
                    <a:pt x="384" y="173"/>
                  </a:cubicBezTo>
                  <a:cubicBezTo>
                    <a:pt x="211" y="173"/>
                    <a:pt x="211" y="173"/>
                    <a:pt x="211" y="173"/>
                  </a:cubicBezTo>
                  <a:cubicBezTo>
                    <a:pt x="211" y="848"/>
                    <a:pt x="211" y="848"/>
                    <a:pt x="211" y="848"/>
                  </a:cubicBezTo>
                  <a:close/>
                  <a:moveTo>
                    <a:pt x="0" y="0"/>
                  </a:moveTo>
                  <a:cubicBezTo>
                    <a:pt x="400" y="0"/>
                    <a:pt x="400" y="0"/>
                    <a:pt x="400" y="0"/>
                  </a:cubicBezTo>
                  <a:cubicBezTo>
                    <a:pt x="675" y="0"/>
                    <a:pt x="871" y="204"/>
                    <a:pt x="879" y="518"/>
                  </a:cubicBezTo>
                  <a:cubicBezTo>
                    <a:pt x="879" y="801"/>
                    <a:pt x="643" y="1020"/>
                    <a:pt x="368" y="1020"/>
                  </a:cubicBezTo>
                  <a:cubicBezTo>
                    <a:pt x="0" y="1020"/>
                    <a:pt x="0" y="1020"/>
                    <a:pt x="0" y="1020"/>
                  </a:cubicBezTo>
                  <a:cubicBezTo>
                    <a:pt x="0" y="0"/>
                    <a:pt x="0" y="0"/>
                    <a:pt x="0" y="0"/>
                  </a:cubicBezTo>
                  <a:close/>
                  <a:moveTo>
                    <a:pt x="2692" y="0"/>
                  </a:moveTo>
                  <a:cubicBezTo>
                    <a:pt x="3375" y="0"/>
                    <a:pt x="3375" y="0"/>
                    <a:pt x="3375" y="0"/>
                  </a:cubicBezTo>
                  <a:cubicBezTo>
                    <a:pt x="3375" y="173"/>
                    <a:pt x="3375" y="173"/>
                    <a:pt x="3375" y="173"/>
                  </a:cubicBezTo>
                  <a:cubicBezTo>
                    <a:pt x="2911" y="173"/>
                    <a:pt x="2911" y="173"/>
                    <a:pt x="2911" y="173"/>
                  </a:cubicBezTo>
                  <a:cubicBezTo>
                    <a:pt x="2911" y="400"/>
                    <a:pt x="2911" y="400"/>
                    <a:pt x="2911" y="400"/>
                  </a:cubicBezTo>
                  <a:cubicBezTo>
                    <a:pt x="3343" y="400"/>
                    <a:pt x="3343" y="400"/>
                    <a:pt x="3343" y="400"/>
                  </a:cubicBezTo>
                  <a:cubicBezTo>
                    <a:pt x="3343" y="573"/>
                    <a:pt x="3343" y="573"/>
                    <a:pt x="3343" y="573"/>
                  </a:cubicBezTo>
                  <a:cubicBezTo>
                    <a:pt x="2911" y="573"/>
                    <a:pt x="2911" y="573"/>
                    <a:pt x="2911" y="573"/>
                  </a:cubicBezTo>
                  <a:cubicBezTo>
                    <a:pt x="2911" y="856"/>
                    <a:pt x="2911" y="856"/>
                    <a:pt x="2911" y="856"/>
                  </a:cubicBezTo>
                  <a:cubicBezTo>
                    <a:pt x="3398" y="856"/>
                    <a:pt x="3398" y="856"/>
                    <a:pt x="3398" y="856"/>
                  </a:cubicBezTo>
                  <a:cubicBezTo>
                    <a:pt x="3398" y="1020"/>
                    <a:pt x="3398" y="1020"/>
                    <a:pt x="3398" y="1020"/>
                  </a:cubicBezTo>
                  <a:cubicBezTo>
                    <a:pt x="2692" y="1020"/>
                    <a:pt x="2692" y="1020"/>
                    <a:pt x="2692" y="1020"/>
                  </a:cubicBezTo>
                  <a:cubicBezTo>
                    <a:pt x="2692" y="0"/>
                    <a:pt x="2692" y="0"/>
                    <a:pt x="2692" y="0"/>
                  </a:cubicBezTo>
                  <a:close/>
                  <a:moveTo>
                    <a:pt x="1334" y="1020"/>
                  </a:moveTo>
                  <a:cubicBezTo>
                    <a:pt x="1334" y="856"/>
                    <a:pt x="1334" y="856"/>
                    <a:pt x="1334" y="856"/>
                  </a:cubicBezTo>
                  <a:cubicBezTo>
                    <a:pt x="1616" y="856"/>
                    <a:pt x="1616" y="856"/>
                    <a:pt x="1616" y="856"/>
                  </a:cubicBezTo>
                  <a:cubicBezTo>
                    <a:pt x="1365" y="212"/>
                    <a:pt x="1365" y="212"/>
                    <a:pt x="1365" y="212"/>
                  </a:cubicBezTo>
                  <a:cubicBezTo>
                    <a:pt x="1059" y="1020"/>
                    <a:pt x="1059" y="1020"/>
                    <a:pt x="1059" y="1020"/>
                  </a:cubicBezTo>
                  <a:cubicBezTo>
                    <a:pt x="839" y="1020"/>
                    <a:pt x="839" y="1020"/>
                    <a:pt x="839" y="1020"/>
                  </a:cubicBezTo>
                  <a:cubicBezTo>
                    <a:pt x="1232" y="0"/>
                    <a:pt x="1232" y="0"/>
                    <a:pt x="1232" y="0"/>
                  </a:cubicBezTo>
                  <a:cubicBezTo>
                    <a:pt x="1499" y="0"/>
                    <a:pt x="1499" y="0"/>
                    <a:pt x="1499" y="0"/>
                  </a:cubicBezTo>
                  <a:cubicBezTo>
                    <a:pt x="1899" y="1020"/>
                    <a:pt x="1899" y="1020"/>
                    <a:pt x="1899" y="1020"/>
                  </a:cubicBezTo>
                  <a:cubicBezTo>
                    <a:pt x="1334" y="1020"/>
                    <a:pt x="1334" y="1020"/>
                    <a:pt x="1334" y="1020"/>
                  </a:cubicBezTo>
                  <a:close/>
                  <a:moveTo>
                    <a:pt x="1726" y="173"/>
                  </a:moveTo>
                  <a:cubicBezTo>
                    <a:pt x="1726" y="0"/>
                    <a:pt x="1726" y="0"/>
                    <a:pt x="1726" y="0"/>
                  </a:cubicBezTo>
                  <a:cubicBezTo>
                    <a:pt x="2605" y="0"/>
                    <a:pt x="2605" y="0"/>
                    <a:pt x="2605" y="0"/>
                  </a:cubicBezTo>
                  <a:cubicBezTo>
                    <a:pt x="2605" y="173"/>
                    <a:pt x="2605" y="173"/>
                    <a:pt x="2605" y="173"/>
                  </a:cubicBezTo>
                  <a:cubicBezTo>
                    <a:pt x="2284" y="173"/>
                    <a:pt x="2284" y="173"/>
                    <a:pt x="2284" y="173"/>
                  </a:cubicBezTo>
                  <a:cubicBezTo>
                    <a:pt x="2284" y="1020"/>
                    <a:pt x="2284" y="1020"/>
                    <a:pt x="2284" y="1020"/>
                  </a:cubicBezTo>
                  <a:cubicBezTo>
                    <a:pt x="2056" y="1020"/>
                    <a:pt x="2056" y="1020"/>
                    <a:pt x="2056" y="1020"/>
                  </a:cubicBezTo>
                  <a:cubicBezTo>
                    <a:pt x="2056" y="173"/>
                    <a:pt x="2056" y="173"/>
                    <a:pt x="2056" y="173"/>
                  </a:cubicBezTo>
                  <a:cubicBezTo>
                    <a:pt x="1726" y="173"/>
                    <a:pt x="1726" y="173"/>
                    <a:pt x="1726" y="173"/>
                  </a:cubicBezTo>
                  <a:close/>
                  <a:moveTo>
                    <a:pt x="3924" y="0"/>
                  </a:moveTo>
                  <a:cubicBezTo>
                    <a:pt x="3924" y="173"/>
                    <a:pt x="3924" y="173"/>
                    <a:pt x="3924" y="173"/>
                  </a:cubicBezTo>
                  <a:cubicBezTo>
                    <a:pt x="4183" y="173"/>
                    <a:pt x="4183" y="173"/>
                    <a:pt x="4183" y="173"/>
                  </a:cubicBezTo>
                  <a:cubicBezTo>
                    <a:pt x="3948" y="793"/>
                    <a:pt x="3948" y="793"/>
                    <a:pt x="3948" y="793"/>
                  </a:cubicBezTo>
                  <a:cubicBezTo>
                    <a:pt x="3657" y="0"/>
                    <a:pt x="3657" y="0"/>
                    <a:pt x="3657" y="0"/>
                  </a:cubicBezTo>
                  <a:cubicBezTo>
                    <a:pt x="3429" y="0"/>
                    <a:pt x="3429" y="0"/>
                    <a:pt x="3429" y="0"/>
                  </a:cubicBezTo>
                  <a:cubicBezTo>
                    <a:pt x="3830" y="1020"/>
                    <a:pt x="3830" y="1020"/>
                    <a:pt x="3830" y="1020"/>
                  </a:cubicBezTo>
                  <a:cubicBezTo>
                    <a:pt x="4073" y="1020"/>
                    <a:pt x="4073" y="1020"/>
                    <a:pt x="4073" y="1020"/>
                  </a:cubicBezTo>
                  <a:cubicBezTo>
                    <a:pt x="4466" y="0"/>
                    <a:pt x="4466" y="0"/>
                    <a:pt x="4466" y="0"/>
                  </a:cubicBezTo>
                  <a:cubicBezTo>
                    <a:pt x="3924" y="0"/>
                    <a:pt x="3924" y="0"/>
                    <a:pt x="3924" y="0"/>
                  </a:cubicBezTo>
                  <a:close/>
                </a:path>
              </a:pathLst>
            </a:custGeom>
            <a:solidFill>
              <a:schemeClr val="bg1"/>
            </a:solidFill>
            <a:ln>
              <a:noFill/>
            </a:ln>
          </p:spPr>
          <p:txBody>
            <a:bodyPr vert="horz" wrap="square" lIns="97536" tIns="48768" rIns="97536" bIns="48768" numCol="1" anchor="t" anchorCtr="0" compatLnSpc="1">
              <a:prstTxWarp prst="textNoShape">
                <a:avLst/>
              </a:prstTxWarp>
            </a:bodyPr>
            <a:lstStyle/>
            <a:p>
              <a:endParaRPr lang="de-DE" sz="2048" dirty="0">
                <a:latin typeface="Segoe UI" panose="020B0502040204020203" pitchFamily="34" charset="0"/>
              </a:endParaRPr>
            </a:p>
          </p:txBody>
        </p:sp>
      </p:grpSp>
      <p:sp>
        <p:nvSpPr>
          <p:cNvPr id="28" name="Copyright">
            <a:extLst>
              <a:ext uri="{FF2B5EF4-FFF2-40B4-BE49-F238E27FC236}">
                <a16:creationId xmlns:a16="http://schemas.microsoft.com/office/drawing/2014/main" id="{BBB50046-B4C6-4A59-B972-7AC28B953A32}"/>
              </a:ext>
            </a:extLst>
          </p:cNvPr>
          <p:cNvSpPr txBox="1">
            <a:spLocks/>
          </p:cNvSpPr>
          <p:nvPr userDrawn="1"/>
        </p:nvSpPr>
        <p:spPr bwMode="gray">
          <a:xfrm>
            <a:off x="4774807" y="7042150"/>
            <a:ext cx="3455186" cy="273050"/>
          </a:xfrm>
          <a:prstGeom prst="rect">
            <a:avLst/>
          </a:prstGeom>
        </p:spPr>
        <p:txBody>
          <a:bodyPr vert="horz" lIns="0" tIns="0" rIns="0" bIns="0" rtlCol="0" anchor="ctr">
            <a:noAutofit/>
          </a:bodyPr>
          <a:lstStyle>
            <a:lvl1pPr marL="0" indent="0" algn="l" defTabSz="914400" rtl="0" eaLnBrk="1" latinLnBrk="0" hangingPunct="1">
              <a:spcBef>
                <a:spcPts val="400"/>
              </a:spcBef>
              <a:spcAft>
                <a:spcPts val="400"/>
              </a:spcAft>
              <a:buFont typeface="Arial" panose="020B0604020202020204" pitchFamily="34" charset="0"/>
              <a:buNone/>
              <a:defRPr sz="1000" kern="1200" cap="none">
                <a:solidFill>
                  <a:schemeClr val="tx1"/>
                </a:solidFill>
                <a:latin typeface="+mn-lt"/>
                <a:ea typeface="+mn-ea"/>
                <a:cs typeface="+mn-cs"/>
              </a:defRPr>
            </a:lvl1pPr>
            <a:lvl2pPr marL="0" indent="0" algn="l" defTabSz="914400" rtl="0" eaLnBrk="1" latinLnBrk="0" hangingPunct="1">
              <a:spcBef>
                <a:spcPts val="400"/>
              </a:spcBef>
              <a:spcAft>
                <a:spcPts val="400"/>
              </a:spcAft>
              <a:buFont typeface="Arial" panose="020B0604020202020204" pitchFamily="34" charset="0"/>
              <a:buNone/>
              <a:defRPr sz="1000" b="1" kern="1200" cap="none">
                <a:solidFill>
                  <a:schemeClr val="tx1"/>
                </a:solidFill>
                <a:latin typeface="+mn-lt"/>
                <a:ea typeface="+mn-ea"/>
                <a:cs typeface="+mn-cs"/>
              </a:defRPr>
            </a:lvl2pPr>
            <a:lvl3pPr marL="216000" indent="-216000" algn="l" defTabSz="914400" rtl="0" eaLnBrk="1" latinLnBrk="0" hangingPunct="1">
              <a:spcBef>
                <a:spcPts val="400"/>
              </a:spcBef>
              <a:spcAft>
                <a:spcPts val="300"/>
              </a:spcAft>
              <a:buClr>
                <a:schemeClr val="bg2"/>
              </a:buClr>
              <a:buFont typeface="Wingdings" panose="05000000000000000000" pitchFamily="2" charset="2"/>
              <a:buChar char="§"/>
              <a:defRPr sz="1000" kern="1200" cap="none">
                <a:solidFill>
                  <a:schemeClr val="tx1"/>
                </a:solidFill>
                <a:latin typeface="+mn-lt"/>
                <a:ea typeface="+mn-ea"/>
                <a:cs typeface="+mn-cs"/>
              </a:defRPr>
            </a:lvl3pPr>
            <a:lvl4pPr marL="432000" indent="-216000" algn="l" defTabSz="914400" rtl="0" eaLnBrk="1" latinLnBrk="0" hangingPunct="1">
              <a:spcBef>
                <a:spcPts val="0"/>
              </a:spcBef>
              <a:spcAft>
                <a:spcPts val="600"/>
              </a:spcAft>
              <a:buClr>
                <a:schemeClr val="bg2"/>
              </a:buClr>
              <a:buFont typeface="Symbol" panose="05050102010706020507" pitchFamily="18" charset="2"/>
              <a:buChar char="-"/>
              <a:defRPr sz="1000" kern="1200" cap="none">
                <a:solidFill>
                  <a:schemeClr val="tx1"/>
                </a:solidFill>
                <a:latin typeface="+mn-lt"/>
                <a:ea typeface="+mn-ea"/>
                <a:cs typeface="+mn-cs"/>
              </a:defRPr>
            </a:lvl4pPr>
            <a:lvl5pPr marL="216000" indent="-216000" algn="l" defTabSz="914400" rtl="0" eaLnBrk="1" latinLnBrk="0" hangingPunct="1">
              <a:spcBef>
                <a:spcPts val="400"/>
              </a:spcBef>
              <a:spcAft>
                <a:spcPts val="300"/>
              </a:spcAft>
              <a:buClr>
                <a:schemeClr val="tx2"/>
              </a:buClr>
              <a:buFont typeface="+mj-lt"/>
              <a:buAutoNum type="arabicPeriod"/>
              <a:defRPr sz="1000" kern="1200" cap="none">
                <a:solidFill>
                  <a:schemeClr val="tx1"/>
                </a:solidFill>
                <a:latin typeface="+mn-lt"/>
                <a:ea typeface="+mn-ea"/>
                <a:cs typeface="+mn-cs"/>
              </a:defRPr>
            </a:lvl5pPr>
            <a:lvl6pPr marL="432000" indent="-216000" algn="l" defTabSz="914400" rtl="0" eaLnBrk="1" latinLnBrk="0" hangingPunct="1">
              <a:spcBef>
                <a:spcPts val="0"/>
              </a:spcBef>
              <a:spcAft>
                <a:spcPts val="600"/>
              </a:spcAft>
              <a:buClr>
                <a:schemeClr val="tx2"/>
              </a:buClr>
              <a:buFont typeface="+mj-lt"/>
              <a:buAutoNum type="alphaLcPeriod"/>
              <a:defRPr sz="1000" kern="1200" cap="none">
                <a:solidFill>
                  <a:schemeClr val="tx1"/>
                </a:solidFill>
                <a:latin typeface="+mn-lt"/>
                <a:ea typeface="+mn-ea"/>
                <a:cs typeface="+mn-cs"/>
              </a:defRPr>
            </a:lvl6pPr>
            <a:lvl7pPr marL="0" indent="0" algn="l" defTabSz="914400" rtl="0" eaLnBrk="1" latinLnBrk="0" hangingPunct="1">
              <a:spcBef>
                <a:spcPts val="400"/>
              </a:spcBef>
              <a:spcAft>
                <a:spcPts val="300"/>
              </a:spcAft>
              <a:buFont typeface="Arial" panose="020B0604020202020204" pitchFamily="34" charset="0"/>
              <a:buNone/>
              <a:defRPr sz="1100" b="1" kern="1200" cap="none" baseline="0">
                <a:solidFill>
                  <a:schemeClr val="bg2"/>
                </a:solidFill>
                <a:latin typeface="+mn-lt"/>
                <a:ea typeface="+mn-ea"/>
                <a:cs typeface="+mn-cs"/>
              </a:defRPr>
            </a:lvl7pPr>
            <a:lvl8pPr marL="0" indent="0" algn="l" defTabSz="914400" rtl="0" eaLnBrk="1" latinLnBrk="0" hangingPunct="1">
              <a:spcBef>
                <a:spcPts val="400"/>
              </a:spcBef>
              <a:spcAft>
                <a:spcPts val="300"/>
              </a:spcAft>
              <a:buFont typeface="Arial" panose="020B0604020202020204" pitchFamily="34" charset="0"/>
              <a:buNone/>
              <a:defRPr sz="1100" b="1" kern="1200" cap="none" baseline="0">
                <a:solidFill>
                  <a:schemeClr val="tx2"/>
                </a:solidFill>
                <a:latin typeface="+mn-lt"/>
                <a:ea typeface="+mn-ea"/>
                <a:cs typeface="+mn-cs"/>
              </a:defRPr>
            </a:lvl8pPr>
            <a:lvl9pPr marL="0" indent="0" algn="l" defTabSz="914400" rtl="0" eaLnBrk="1" latinLnBrk="0" hangingPunct="1">
              <a:spcBef>
                <a:spcPts val="300"/>
              </a:spcBef>
              <a:buFont typeface="Arial" panose="020B0604020202020204" pitchFamily="34" charset="0"/>
              <a:buNone/>
              <a:defRPr sz="600" kern="1200" cap="none">
                <a:solidFill>
                  <a:schemeClr val="bg1">
                    <a:lumMod val="65000"/>
                  </a:schemeClr>
                </a:solidFill>
                <a:latin typeface="+mn-lt"/>
                <a:ea typeface="+mn-ea"/>
                <a:cs typeface="+mn-cs"/>
              </a:defRPr>
            </a:lvl9pPr>
          </a:lstStyle>
          <a:p>
            <a:pPr marR="0" lvl="1" indent="0" algn="ctr" defTabSz="457200" fontAlgn="auto">
              <a:lnSpc>
                <a:spcPct val="100000"/>
              </a:lnSpc>
              <a:spcBef>
                <a:spcPts val="427"/>
              </a:spcBef>
              <a:spcAft>
                <a:spcPts val="427"/>
              </a:spcAft>
              <a:buClrTx/>
              <a:buSzTx/>
              <a:buFont typeface="Arial" panose="020B0604020202020204" pitchFamily="34" charset="0"/>
              <a:buNone/>
              <a:tabLst/>
              <a:defRPr/>
            </a:pPr>
            <a:r>
              <a:rPr lang="de-DE" sz="800" b="0" noProof="1">
                <a:solidFill>
                  <a:schemeClr val="bg1"/>
                </a:solidFill>
                <a:latin typeface="Segoe UI" panose="020B0502040204020203" pitchFamily="34" charset="0"/>
              </a:rPr>
              <a:t>© DATEV eG, alle Rechte vorbehalten</a:t>
            </a:r>
          </a:p>
        </p:txBody>
      </p:sp>
      <p:sp>
        <p:nvSpPr>
          <p:cNvPr id="30" name="Foliennummernplatzhalter 4">
            <a:extLst>
              <a:ext uri="{FF2B5EF4-FFF2-40B4-BE49-F238E27FC236}">
                <a16:creationId xmlns:a16="http://schemas.microsoft.com/office/drawing/2014/main" id="{EE440229-E64E-4583-A280-DB562680B975}"/>
              </a:ext>
              <a:ext uri="{C183D7F6-B498-43B3-948B-1728B52AA6E4}">
                <adec:decorative xmlns:adec="http://schemas.microsoft.com/office/drawing/2017/decorative" val="1"/>
              </a:ext>
            </a:extLst>
          </p:cNvPr>
          <p:cNvSpPr txBox="1">
            <a:spLocks/>
          </p:cNvSpPr>
          <p:nvPr userDrawn="1"/>
        </p:nvSpPr>
        <p:spPr bwMode="gray">
          <a:xfrm>
            <a:off x="9185275" y="7527643"/>
            <a:ext cx="2925763" cy="388937"/>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bg1">
                    <a:lumMod val="6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184FF3DF-A5E6-4196-9473-7CBA17E326DE}" type="slidenum">
              <a:rPr lang="de-DE" sz="100" b="1" smtClean="0">
                <a:solidFill>
                  <a:sysClr val="windowText" lastClr="000000"/>
                </a:solidFill>
              </a:rPr>
              <a:pPr>
                <a:defRPr/>
              </a:pPr>
              <a:t>‹Nr.›</a:t>
            </a:fld>
            <a:endParaRPr lang="de-DE" sz="100" b="1" dirty="0">
              <a:solidFill>
                <a:sysClr val="windowText" lastClr="000000"/>
              </a:solidFill>
            </a:endParaRPr>
          </a:p>
        </p:txBody>
      </p:sp>
    </p:spTree>
    <p:extLst>
      <p:ext uri="{BB962C8B-B14F-4D97-AF65-F5344CB8AC3E}">
        <p14:creationId xmlns:p14="http://schemas.microsoft.com/office/powerpoint/2010/main" val="33140478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extfolie">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 y="0"/>
            <a:ext cx="13003213" cy="2920642"/>
          </a:xfrm>
          <a:prstGeom prst="rect">
            <a:avLst/>
          </a:prstGeom>
        </p:spPr>
      </p:pic>
      <p:sp>
        <p:nvSpPr>
          <p:cNvPr id="7" name="Abgerundetes Rechteck 6"/>
          <p:cNvSpPr/>
          <p:nvPr userDrawn="1"/>
        </p:nvSpPr>
        <p:spPr>
          <a:xfrm>
            <a:off x="605700" y="611998"/>
            <a:ext cx="11296800" cy="5925921"/>
          </a:xfrm>
          <a:prstGeom prst="roundRect">
            <a:avLst>
              <a:gd name="adj" fmla="val 1567"/>
            </a:avLst>
          </a:prstGeom>
          <a:solidFill>
            <a:srgbClr val="F0F0F0"/>
          </a:solidFill>
          <a:ln>
            <a:noFill/>
          </a:ln>
          <a:effectLst/>
        </p:spPr>
        <p:txBody>
          <a:bodyPr wrap="square" lIns="130046" tIns="204797" rIns="130046" bIns="204797" rtlCol="0" anchor="t" anchorCtr="0">
            <a:noAutofit/>
          </a:bodyPr>
          <a:lstStyle/>
          <a:p>
            <a:pPr algn="ctr" fontAlgn="base">
              <a:spcBef>
                <a:spcPct val="0"/>
              </a:spcBef>
              <a:spcAft>
                <a:spcPct val="0"/>
              </a:spcAft>
            </a:pPr>
            <a:endParaRPr lang="de-DE" sz="2400"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 name="Titel 1"/>
          <p:cNvSpPr>
            <a:spLocks noGrp="1"/>
          </p:cNvSpPr>
          <p:nvPr>
            <p:ph type="title" hasCustomPrompt="1"/>
          </p:nvPr>
        </p:nvSpPr>
        <p:spPr>
          <a:xfrm>
            <a:off x="856800" y="826874"/>
            <a:ext cx="10824917" cy="1118253"/>
          </a:xfrm>
        </p:spPr>
        <p:txBody>
          <a:bodyPr lIns="46800" rIns="46800"/>
          <a:lstStyle>
            <a:lvl1pPr>
              <a:defRPr/>
            </a:lvl1pPr>
          </a:lstStyle>
          <a:p>
            <a:r>
              <a:rPr lang="de-DE"/>
              <a:t>Überschrift </a:t>
            </a:r>
            <a:br>
              <a:rPr lang="de-DE"/>
            </a:br>
            <a:r>
              <a:rPr lang="de-DE"/>
              <a:t>(Max 2 Zeilen)</a:t>
            </a:r>
          </a:p>
        </p:txBody>
      </p:sp>
      <p:sp>
        <p:nvSpPr>
          <p:cNvPr id="5" name="Inhaltsplatzhalter 4"/>
          <p:cNvSpPr>
            <a:spLocks noGrp="1"/>
          </p:cNvSpPr>
          <p:nvPr>
            <p:ph sz="quarter" idx="12"/>
          </p:nvPr>
        </p:nvSpPr>
        <p:spPr>
          <a:xfrm>
            <a:off x="856800" y="2160000"/>
            <a:ext cx="10824917" cy="4161896"/>
          </a:xfrm>
        </p:spPr>
        <p:txBody>
          <a:bodyPr lIns="46800" rIns="4680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8225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BFB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454025" y="0"/>
            <a:ext cx="11233150" cy="1425575"/>
          </a:xfrm>
          <a:prstGeom prst="rect">
            <a:avLst/>
          </a:prstGeom>
        </p:spPr>
        <p:txBody>
          <a:bodyPr vert="horz" lIns="0" tIns="342000" rIns="0" bIns="0" rtlCol="0" anchor="t" anchorCtr="0">
            <a:noAutofit/>
          </a:bodyPr>
          <a:lstStyle/>
          <a:p>
            <a:pPr lvl="0"/>
            <a:r>
              <a:rPr lang="de-DE" noProof="0" dirty="0"/>
              <a:t>Mastertitelformat bearbeiten</a:t>
            </a:r>
          </a:p>
        </p:txBody>
      </p:sp>
      <p:sp>
        <p:nvSpPr>
          <p:cNvPr id="3" name="Text Placeholder 2"/>
          <p:cNvSpPr>
            <a:spLocks noGrp="1"/>
          </p:cNvSpPr>
          <p:nvPr>
            <p:ph type="body" idx="1"/>
          </p:nvPr>
        </p:nvSpPr>
        <p:spPr bwMode="gray">
          <a:xfrm>
            <a:off x="885824" y="1857375"/>
            <a:ext cx="11232601" cy="4752975"/>
          </a:xfrm>
          <a:prstGeom prst="rect">
            <a:avLst/>
          </a:prstGeom>
        </p:spPr>
        <p:txBody>
          <a:bodyPr vert="horz" lIns="0" tIns="0" rIns="0" bIns="0" rtlCol="0">
            <a:noAutofit/>
          </a:bodyPr>
          <a:lstStyle/>
          <a:p>
            <a:pPr lvl="0"/>
            <a:r>
              <a:rPr lang="de-DE" noProof="0" dirty="0"/>
              <a:t>Mastertextformat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a:p>
            <a:pPr lvl="5"/>
            <a:r>
              <a:rPr lang="de-DE" noProof="0" dirty="0"/>
              <a:t>Sechste Ebene</a:t>
            </a:r>
          </a:p>
          <a:p>
            <a:pPr lvl="6"/>
            <a:r>
              <a:rPr lang="de-DE" noProof="0" dirty="0"/>
              <a:t>Siebte Ebene</a:t>
            </a:r>
          </a:p>
          <a:p>
            <a:pPr lvl="7"/>
            <a:r>
              <a:rPr lang="de-DE" noProof="0" dirty="0"/>
              <a:t>Achte Ebene</a:t>
            </a:r>
          </a:p>
          <a:p>
            <a:pPr lvl="8"/>
            <a:r>
              <a:rPr lang="de-DE" noProof="0" dirty="0"/>
              <a:t>Neunte Ebene</a:t>
            </a:r>
          </a:p>
        </p:txBody>
      </p:sp>
      <p:grpSp>
        <p:nvGrpSpPr>
          <p:cNvPr id="12" name="Gruppieren 11">
            <a:extLst>
              <a:ext uri="{FF2B5EF4-FFF2-40B4-BE49-F238E27FC236}">
                <a16:creationId xmlns:a16="http://schemas.microsoft.com/office/drawing/2014/main" id="{B49F7C0A-5F13-4046-9280-FB1F4C66396C}"/>
              </a:ext>
              <a:ext uri="{C183D7F6-B498-43B3-948B-1728B52AA6E4}">
                <adec:decorative xmlns:adec="http://schemas.microsoft.com/office/drawing/2017/decorative" val="1"/>
              </a:ext>
            </a:extLst>
          </p:cNvPr>
          <p:cNvGrpSpPr/>
          <p:nvPr userDrawn="1"/>
        </p:nvGrpSpPr>
        <p:grpSpPr bwMode="gray">
          <a:xfrm>
            <a:off x="-194286" y="417513"/>
            <a:ext cx="180000" cy="6192837"/>
            <a:chOff x="-180000" y="417513"/>
            <a:chExt cx="180000" cy="6192837"/>
          </a:xfrm>
        </p:grpSpPr>
        <p:cxnSp>
          <p:nvCxnSpPr>
            <p:cNvPr id="8" name="Gerader Verbinder 7">
              <a:extLst>
                <a:ext uri="{FF2B5EF4-FFF2-40B4-BE49-F238E27FC236}">
                  <a16:creationId xmlns:a16="http://schemas.microsoft.com/office/drawing/2014/main" id="{B50B15BE-F5CE-46EC-AA89-28576B2F594C}"/>
                </a:ext>
              </a:extLst>
            </p:cNvPr>
            <p:cNvCxnSpPr>
              <a:cxnSpLocks/>
            </p:cNvCxnSpPr>
            <p:nvPr userDrawn="1"/>
          </p:nvCxnSpPr>
          <p:spPr bwMode="gray">
            <a:xfrm>
              <a:off x="-180000" y="417513"/>
              <a:ext cx="180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31A58D5B-0F77-4BCF-8F40-8086334C2991}"/>
                </a:ext>
              </a:extLst>
            </p:cNvPr>
            <p:cNvCxnSpPr>
              <a:cxnSpLocks/>
            </p:cNvCxnSpPr>
            <p:nvPr userDrawn="1"/>
          </p:nvCxnSpPr>
          <p:spPr bwMode="gray">
            <a:xfrm>
              <a:off x="-180000" y="1425575"/>
              <a:ext cx="180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E1DE6884-12F1-481D-9652-1DA6D17A7809}"/>
                </a:ext>
              </a:extLst>
            </p:cNvPr>
            <p:cNvCxnSpPr>
              <a:cxnSpLocks/>
            </p:cNvCxnSpPr>
            <p:nvPr userDrawn="1"/>
          </p:nvCxnSpPr>
          <p:spPr bwMode="gray">
            <a:xfrm>
              <a:off x="-180000" y="6610350"/>
              <a:ext cx="180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B9890DDC-AF54-472F-8C1A-08E8CF4557F4}"/>
                </a:ext>
              </a:extLst>
            </p:cNvPr>
            <p:cNvCxnSpPr>
              <a:cxnSpLocks/>
            </p:cNvCxnSpPr>
            <p:nvPr userDrawn="1"/>
          </p:nvCxnSpPr>
          <p:spPr bwMode="gray">
            <a:xfrm>
              <a:off x="-180000" y="1857375"/>
              <a:ext cx="180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4" name="Gruppieren 13">
            <a:extLst>
              <a:ext uri="{FF2B5EF4-FFF2-40B4-BE49-F238E27FC236}">
                <a16:creationId xmlns:a16="http://schemas.microsoft.com/office/drawing/2014/main" id="{5B04E203-37DA-49E0-8077-FC84C0D115EA}"/>
              </a:ext>
              <a:ext uri="{C183D7F6-B498-43B3-948B-1728B52AA6E4}">
                <adec:decorative xmlns:adec="http://schemas.microsoft.com/office/drawing/2017/decorative" val="1"/>
              </a:ext>
            </a:extLst>
          </p:cNvPr>
          <p:cNvGrpSpPr/>
          <p:nvPr userDrawn="1"/>
        </p:nvGrpSpPr>
        <p:grpSpPr bwMode="gray">
          <a:xfrm>
            <a:off x="13021467" y="417513"/>
            <a:ext cx="180000" cy="6192837"/>
            <a:chOff x="13004800" y="417513"/>
            <a:chExt cx="180000" cy="6192837"/>
          </a:xfrm>
        </p:grpSpPr>
        <p:cxnSp>
          <p:nvCxnSpPr>
            <p:cNvPr id="10" name="Gerader Verbinder 9">
              <a:extLst>
                <a:ext uri="{FF2B5EF4-FFF2-40B4-BE49-F238E27FC236}">
                  <a16:creationId xmlns:a16="http://schemas.microsoft.com/office/drawing/2014/main" id="{A05D8C0B-45C6-44B6-AD29-C0589D745854}"/>
                </a:ext>
              </a:extLst>
            </p:cNvPr>
            <p:cNvCxnSpPr>
              <a:cxnSpLocks/>
            </p:cNvCxnSpPr>
            <p:nvPr userDrawn="1"/>
          </p:nvCxnSpPr>
          <p:spPr bwMode="gray">
            <a:xfrm>
              <a:off x="13004800" y="417513"/>
              <a:ext cx="180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B014A53A-C4A5-45E0-A15D-314AD8563DB9}"/>
                </a:ext>
              </a:extLst>
            </p:cNvPr>
            <p:cNvCxnSpPr>
              <a:cxnSpLocks/>
            </p:cNvCxnSpPr>
            <p:nvPr userDrawn="1"/>
          </p:nvCxnSpPr>
          <p:spPr bwMode="gray">
            <a:xfrm>
              <a:off x="13004800" y="1425575"/>
              <a:ext cx="180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0B5C577E-26B9-46BF-9615-859C1364444E}"/>
                </a:ext>
              </a:extLst>
            </p:cNvPr>
            <p:cNvCxnSpPr>
              <a:cxnSpLocks/>
            </p:cNvCxnSpPr>
            <p:nvPr userDrawn="1"/>
          </p:nvCxnSpPr>
          <p:spPr bwMode="gray">
            <a:xfrm>
              <a:off x="13004800" y="6610350"/>
              <a:ext cx="180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0A2CD38-AD63-421C-9CE1-7D1526F96DB5}"/>
                </a:ext>
              </a:extLst>
            </p:cNvPr>
            <p:cNvCxnSpPr>
              <a:cxnSpLocks/>
            </p:cNvCxnSpPr>
            <p:nvPr userDrawn="1"/>
          </p:nvCxnSpPr>
          <p:spPr bwMode="gray">
            <a:xfrm>
              <a:off x="13004800" y="1857375"/>
              <a:ext cx="180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 name="Gruppieren 6">
            <a:extLst>
              <a:ext uri="{FF2B5EF4-FFF2-40B4-BE49-F238E27FC236}">
                <a16:creationId xmlns:a16="http://schemas.microsoft.com/office/drawing/2014/main" id="{D5800E6B-5367-4C0B-8582-D711C0533E80}"/>
              </a:ext>
              <a:ext uri="{C183D7F6-B498-43B3-948B-1728B52AA6E4}">
                <adec:decorative xmlns:adec="http://schemas.microsoft.com/office/drawing/2017/decorative" val="1"/>
              </a:ext>
            </a:extLst>
          </p:cNvPr>
          <p:cNvGrpSpPr/>
          <p:nvPr userDrawn="1"/>
        </p:nvGrpSpPr>
        <p:grpSpPr bwMode="gray">
          <a:xfrm>
            <a:off x="454731" y="-202227"/>
            <a:ext cx="11661069" cy="180000"/>
            <a:chOff x="454731" y="-180000"/>
            <a:chExt cx="11661069" cy="180000"/>
          </a:xfrm>
        </p:grpSpPr>
        <p:cxnSp>
          <p:nvCxnSpPr>
            <p:cNvPr id="13" name="Gerader Verbinder 12">
              <a:extLst>
                <a:ext uri="{FF2B5EF4-FFF2-40B4-BE49-F238E27FC236}">
                  <a16:creationId xmlns:a16="http://schemas.microsoft.com/office/drawing/2014/main" id="{AA0F9C05-B7F7-42A8-835B-CCAB43D62312}"/>
                </a:ext>
              </a:extLst>
            </p:cNvPr>
            <p:cNvCxnSpPr>
              <a:cxnSpLocks/>
            </p:cNvCxnSpPr>
            <p:nvPr userDrawn="1"/>
          </p:nvCxnSpPr>
          <p:spPr bwMode="gray">
            <a:xfrm>
              <a:off x="883356" y="-180000"/>
              <a:ext cx="0" cy="180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545DBB29-A695-4CDE-B8D2-708315788480}"/>
                </a:ext>
              </a:extLst>
            </p:cNvPr>
            <p:cNvCxnSpPr>
              <a:cxnSpLocks/>
            </p:cNvCxnSpPr>
            <p:nvPr userDrawn="1"/>
          </p:nvCxnSpPr>
          <p:spPr bwMode="gray">
            <a:xfrm>
              <a:off x="12115800" y="-180000"/>
              <a:ext cx="0" cy="180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65C0569E-249A-48BF-B596-AD0AA75B0118}"/>
                </a:ext>
              </a:extLst>
            </p:cNvPr>
            <p:cNvCxnSpPr>
              <a:cxnSpLocks/>
            </p:cNvCxnSpPr>
            <p:nvPr userDrawn="1"/>
          </p:nvCxnSpPr>
          <p:spPr bwMode="gray">
            <a:xfrm rot="5400000">
              <a:off x="364731" y="-90000"/>
              <a:ext cx="180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420F848E-E9F1-4C3E-AA25-A395C85AA267}"/>
                </a:ext>
              </a:extLst>
            </p:cNvPr>
            <p:cNvCxnSpPr>
              <a:cxnSpLocks/>
            </p:cNvCxnSpPr>
            <p:nvPr userDrawn="1"/>
          </p:nvCxnSpPr>
          <p:spPr bwMode="gray">
            <a:xfrm rot="5400000">
              <a:off x="11596400" y="-90000"/>
              <a:ext cx="180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5" name="Gruppieren 24">
            <a:extLst>
              <a:ext uri="{FF2B5EF4-FFF2-40B4-BE49-F238E27FC236}">
                <a16:creationId xmlns:a16="http://schemas.microsoft.com/office/drawing/2014/main" id="{AC4EE6A3-FF68-4AD3-830B-491A04740746}"/>
              </a:ext>
              <a:ext uri="{C183D7F6-B498-43B3-948B-1728B52AA6E4}">
                <adec:decorative xmlns:adec="http://schemas.microsoft.com/office/drawing/2017/decorative" val="1"/>
              </a:ext>
            </a:extLst>
          </p:cNvPr>
          <p:cNvGrpSpPr/>
          <p:nvPr userDrawn="1"/>
        </p:nvGrpSpPr>
        <p:grpSpPr bwMode="gray">
          <a:xfrm>
            <a:off x="883356" y="7331998"/>
            <a:ext cx="11232444" cy="180000"/>
            <a:chOff x="883356" y="-180000"/>
            <a:chExt cx="11232444" cy="180000"/>
          </a:xfrm>
        </p:grpSpPr>
        <p:cxnSp>
          <p:nvCxnSpPr>
            <p:cNvPr id="26" name="Gerader Verbinder 25">
              <a:extLst>
                <a:ext uri="{FF2B5EF4-FFF2-40B4-BE49-F238E27FC236}">
                  <a16:creationId xmlns:a16="http://schemas.microsoft.com/office/drawing/2014/main" id="{B98EEAF8-C6BA-4EFB-B9DA-E3BD5542C5AC}"/>
                </a:ext>
              </a:extLst>
            </p:cNvPr>
            <p:cNvCxnSpPr>
              <a:cxnSpLocks/>
            </p:cNvCxnSpPr>
            <p:nvPr userDrawn="1"/>
          </p:nvCxnSpPr>
          <p:spPr bwMode="gray">
            <a:xfrm>
              <a:off x="883356" y="-180000"/>
              <a:ext cx="0" cy="180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87EE3B2A-1F13-43A6-B1F9-DE84BD024744}"/>
                </a:ext>
              </a:extLst>
            </p:cNvPr>
            <p:cNvCxnSpPr>
              <a:cxnSpLocks/>
            </p:cNvCxnSpPr>
            <p:nvPr userDrawn="1"/>
          </p:nvCxnSpPr>
          <p:spPr bwMode="gray">
            <a:xfrm>
              <a:off x="12115800" y="-180000"/>
              <a:ext cx="0" cy="180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4" name="Rechteck 23">
            <a:extLst>
              <a:ext uri="{FF2B5EF4-FFF2-40B4-BE49-F238E27FC236}">
                <a16:creationId xmlns:a16="http://schemas.microsoft.com/office/drawing/2014/main" id="{AD996BDD-B4B9-4A14-BD59-06665BC105F8}"/>
              </a:ext>
              <a:ext uri="{C183D7F6-B498-43B3-948B-1728B52AA6E4}">
                <adec:decorative xmlns:adec="http://schemas.microsoft.com/office/drawing/2017/decorative" val="1"/>
              </a:ext>
            </a:extLst>
          </p:cNvPr>
          <p:cNvSpPr/>
          <p:nvPr userDrawn="1"/>
        </p:nvSpPr>
        <p:spPr bwMode="gray">
          <a:xfrm>
            <a:off x="0" y="7042150"/>
            <a:ext cx="13004800" cy="273050"/>
          </a:xfrm>
          <a:prstGeom prst="rect">
            <a:avLst/>
          </a:prstGeom>
          <a:solidFill>
            <a:srgbClr val="FBFB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Slide Number Placeholder 5">
            <a:extLst>
              <a:ext uri="{C183D7F6-B498-43B3-948B-1728B52AA6E4}">
                <adec:decorative xmlns:adec="http://schemas.microsoft.com/office/drawing/2017/decorative" val="0"/>
              </a:ext>
            </a:extLst>
          </p:cNvPr>
          <p:cNvSpPr>
            <a:spLocks noGrp="1"/>
          </p:cNvSpPr>
          <p:nvPr>
            <p:ph type="sldNum" sz="quarter" idx="4"/>
          </p:nvPr>
        </p:nvSpPr>
        <p:spPr bwMode="gray">
          <a:xfrm>
            <a:off x="11687175" y="7042150"/>
            <a:ext cx="863600" cy="236219"/>
          </a:xfrm>
          <a:prstGeom prst="rect">
            <a:avLst/>
          </a:prstGeom>
        </p:spPr>
        <p:txBody>
          <a:bodyPr vert="horz" lIns="0" tIns="0" rIns="0" bIns="0" rtlCol="0" anchor="ctr"/>
          <a:lstStyle>
            <a:lvl1pPr algn="r">
              <a:defRPr sz="1000">
                <a:solidFill>
                  <a:srgbClr val="666666"/>
                </a:solidFill>
              </a:defRPr>
            </a:lvl1pPr>
          </a:lstStyle>
          <a:p>
            <a:fld id="{D612FFA8-16F3-4D16-935C-858579C7B661}" type="slidenum">
              <a:rPr lang="de-DE" smtClean="0"/>
              <a:pPr/>
              <a:t>‹Nr.›</a:t>
            </a:fld>
            <a:endParaRPr lang="de-DE"/>
          </a:p>
        </p:txBody>
      </p:sp>
      <p:sp>
        <p:nvSpPr>
          <p:cNvPr id="29" name="Date Placeholder 3">
            <a:extLst>
              <a:ext uri="{FF2B5EF4-FFF2-40B4-BE49-F238E27FC236}">
                <a16:creationId xmlns:a16="http://schemas.microsoft.com/office/drawing/2014/main" id="{8BC089CF-3E25-DA47-B2AD-9A171096E476}"/>
              </a:ext>
              <a:ext uri="{C183D7F6-B498-43B3-948B-1728B52AA6E4}">
                <adec:decorative xmlns:adec="http://schemas.microsoft.com/office/drawing/2017/decorative" val="1"/>
              </a:ext>
            </a:extLst>
          </p:cNvPr>
          <p:cNvSpPr txBox="1">
            <a:spLocks/>
          </p:cNvSpPr>
          <p:nvPr userDrawn="1"/>
        </p:nvSpPr>
        <p:spPr bwMode="gray">
          <a:xfrm>
            <a:off x="237704" y="7041976"/>
            <a:ext cx="3600400" cy="362553"/>
          </a:xfrm>
          <a:prstGeom prst="rect">
            <a:avLst/>
          </a:prstGeom>
        </p:spPr>
        <p:txBody>
          <a:bodyPr vert="horz" lIns="0" tIns="0" rIns="0" bIns="0" rtlCol="0" anchor="b"/>
          <a:lstStyle>
            <a:defPPr>
              <a:defRPr lang="en-US"/>
            </a:defPPr>
            <a:lvl1pPr marL="0" algn="r" defTabSz="457200" rtl="0" eaLnBrk="1" latinLnBrk="0" hangingPunct="1">
              <a:defRPr sz="800" kern="1200">
                <a:solidFill>
                  <a:srgbClr val="666666"/>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sz="1000" dirty="0">
                <a:solidFill>
                  <a:schemeClr val="tx1"/>
                </a:solidFill>
                <a:latin typeface="Arial" charset="0"/>
                <a:cs typeface="+mn-cs"/>
              </a:rPr>
              <a:t>Dr. Sebastian Kiefer  |  02.12.2025</a:t>
            </a:r>
          </a:p>
          <a:p>
            <a:pPr algn="l"/>
            <a:endParaRPr lang="de-DE" sz="1000"/>
          </a:p>
        </p:txBody>
      </p:sp>
    </p:spTree>
    <p:extLst>
      <p:ext uri="{BB962C8B-B14F-4D97-AF65-F5344CB8AC3E}">
        <p14:creationId xmlns:p14="http://schemas.microsoft.com/office/powerpoint/2010/main" val="1040938707"/>
      </p:ext>
    </p:extLst>
  </p:cSld>
  <p:clrMap bg1="lt1" tx1="dk1" bg2="lt2" tx2="dk2" accent1="accent1" accent2="accent2" accent3="accent3" accent4="accent4" accent5="accent5" accent6="accent6" hlink="hlink" folHlink="folHlink"/>
  <p:sldLayoutIdLst>
    <p:sldLayoutId id="2147483661" r:id="rId1"/>
    <p:sldLayoutId id="2147483682" r:id="rId2"/>
    <p:sldLayoutId id="2147483683" r:id="rId3"/>
    <p:sldLayoutId id="2147483684" r:id="rId4"/>
    <p:sldLayoutId id="2147483686" r:id="rId5"/>
    <p:sldLayoutId id="2147483685" r:id="rId6"/>
    <p:sldLayoutId id="2147483687" r:id="rId7"/>
    <p:sldLayoutId id="2147483688" r:id="rId8"/>
    <p:sldLayoutId id="2147483662" r:id="rId9"/>
    <p:sldLayoutId id="2147483695" r:id="rId10"/>
    <p:sldLayoutId id="2147483663" r:id="rId11"/>
    <p:sldLayoutId id="2147483664" r:id="rId12"/>
    <p:sldLayoutId id="2147483665" r:id="rId13"/>
    <p:sldLayoutId id="2147483666" r:id="rId14"/>
    <p:sldLayoutId id="2147483669" r:id="rId15"/>
    <p:sldLayoutId id="2147483668" r:id="rId16"/>
    <p:sldLayoutId id="2147483667" r:id="rId17"/>
    <p:sldLayoutId id="2147483671" r:id="rId18"/>
    <p:sldLayoutId id="2147483670" r:id="rId19"/>
    <p:sldLayoutId id="2147483672" r:id="rId20"/>
    <p:sldLayoutId id="2147483673" r:id="rId21"/>
    <p:sldLayoutId id="2147483674" r:id="rId22"/>
    <p:sldLayoutId id="2147483696" r:id="rId23"/>
    <p:sldLayoutId id="2147483676" r:id="rId24"/>
    <p:sldLayoutId id="2147483680" r:id="rId25"/>
    <p:sldLayoutId id="2147483689" r:id="rId26"/>
    <p:sldLayoutId id="2147483697" r:id="rId27"/>
  </p:sldLayoutIdLst>
  <p:hf hdr="0"/>
  <p:txStyles>
    <p:titleStyle>
      <a:lvl1pPr algn="l" defTabSz="975390" rtl="0" eaLnBrk="1" latinLnBrk="0" hangingPunct="1">
        <a:lnSpc>
          <a:spcPct val="100000"/>
        </a:lnSpc>
        <a:spcBef>
          <a:spcPct val="0"/>
        </a:spcBef>
        <a:buNone/>
        <a:defRPr sz="2800" b="1" kern="1200" baseline="0">
          <a:solidFill>
            <a:schemeClr val="tx1"/>
          </a:solidFill>
          <a:latin typeface="+mj-lt"/>
          <a:ea typeface="+mj-ea"/>
          <a:cs typeface="+mj-cs"/>
        </a:defRPr>
      </a:lvl1pPr>
      <a:lvl2pPr eaLnBrk="1" hangingPunct="1">
        <a:defRPr sz="2800" b="1" kern="1200" baseline="0">
          <a:latin typeface="+mj-lt"/>
        </a:defRPr>
      </a:lvl2pPr>
      <a:lvl3pPr eaLnBrk="1" hangingPunct="1">
        <a:defRPr sz="2800" b="1" kern="1200" baseline="0">
          <a:latin typeface="+mj-lt"/>
        </a:defRPr>
      </a:lvl3pPr>
      <a:lvl4pPr eaLnBrk="1" hangingPunct="1">
        <a:defRPr sz="2800" b="1" kern="1200" baseline="0">
          <a:latin typeface="+mj-lt"/>
        </a:defRPr>
      </a:lvl4pPr>
      <a:lvl5pPr eaLnBrk="1" hangingPunct="1">
        <a:defRPr sz="2800" b="1" kern="1200" baseline="0">
          <a:latin typeface="+mj-lt"/>
        </a:defRPr>
      </a:lvl5pPr>
      <a:lvl6pPr eaLnBrk="1" hangingPunct="1">
        <a:defRPr sz="2800" b="1" kern="1200" baseline="0">
          <a:latin typeface="+mj-lt"/>
        </a:defRPr>
      </a:lvl6pPr>
      <a:lvl7pPr eaLnBrk="1" hangingPunct="1">
        <a:defRPr sz="2800" b="1" kern="1200" baseline="0">
          <a:latin typeface="+mj-lt"/>
        </a:defRPr>
      </a:lvl7pPr>
      <a:lvl8pPr eaLnBrk="1" hangingPunct="1">
        <a:defRPr sz="2800" b="1" kern="1200" baseline="0">
          <a:latin typeface="+mj-lt"/>
        </a:defRPr>
      </a:lvl8pPr>
      <a:lvl9pPr eaLnBrk="1" hangingPunct="1">
        <a:defRPr sz="2800" b="1" kern="1200" baseline="0">
          <a:latin typeface="+mj-lt"/>
        </a:defRPr>
      </a:lvl9pPr>
    </p:titleStyle>
    <p:bodyStyle>
      <a:lvl1pPr marL="0" indent="0" algn="l" defTabSz="975390" rtl="0" eaLnBrk="1" latinLnBrk="0" hangingPunct="1">
        <a:lnSpc>
          <a:spcPct val="100000"/>
        </a:lnSpc>
        <a:spcBef>
          <a:spcPts val="500"/>
        </a:spcBef>
        <a:spcAft>
          <a:spcPts val="500"/>
        </a:spcAft>
        <a:buFont typeface="Arial" panose="020B0604020202020204" pitchFamily="34" charset="0"/>
        <a:buNone/>
        <a:defRPr sz="1600" kern="1200">
          <a:solidFill>
            <a:schemeClr val="tx1"/>
          </a:solidFill>
          <a:latin typeface="+mn-lt"/>
          <a:ea typeface="+mn-ea"/>
          <a:cs typeface="+mn-cs"/>
        </a:defRPr>
      </a:lvl1pPr>
      <a:lvl2pPr marL="0" indent="0" algn="l" defTabSz="975390" rtl="0" eaLnBrk="1" latinLnBrk="0" hangingPunct="1">
        <a:lnSpc>
          <a:spcPct val="100000"/>
        </a:lnSpc>
        <a:spcBef>
          <a:spcPts val="500"/>
        </a:spcBef>
        <a:spcAft>
          <a:spcPts val="500"/>
        </a:spcAft>
        <a:buFont typeface="Arial" panose="020B0604020202020204" pitchFamily="34" charset="0"/>
        <a:buNone/>
        <a:defRPr sz="1600" b="1" kern="1200">
          <a:solidFill>
            <a:schemeClr val="tx1"/>
          </a:solidFill>
          <a:latin typeface="+mn-lt"/>
          <a:ea typeface="+mn-ea"/>
          <a:cs typeface="+mn-cs"/>
        </a:defRPr>
      </a:lvl2pPr>
      <a:lvl3pPr marL="216000" indent="-216000" algn="l" defTabSz="975390" rtl="0" eaLnBrk="1" latinLnBrk="0" hangingPunct="1">
        <a:lnSpc>
          <a:spcPct val="100000"/>
        </a:lnSpc>
        <a:spcBef>
          <a:spcPts val="500"/>
        </a:spcBef>
        <a:spcAft>
          <a:spcPts val="500"/>
        </a:spcAft>
        <a:buClr>
          <a:schemeClr val="tx1"/>
        </a:buClr>
        <a:buFont typeface="Wingdings" panose="05000000000000000000" pitchFamily="2" charset="2"/>
        <a:buChar char="§"/>
        <a:defRPr sz="1600" kern="1200">
          <a:solidFill>
            <a:schemeClr val="tx1"/>
          </a:solidFill>
          <a:latin typeface="+mn-lt"/>
          <a:ea typeface="+mn-ea"/>
          <a:cs typeface="+mn-cs"/>
        </a:defRPr>
      </a:lvl3pPr>
      <a:lvl4pPr marL="431800" indent="-216000" algn="l" defTabSz="975390" rtl="0" eaLnBrk="1" latinLnBrk="0" hangingPunct="1">
        <a:lnSpc>
          <a:spcPct val="100000"/>
        </a:lnSpc>
        <a:spcBef>
          <a:spcPts val="0"/>
        </a:spcBef>
        <a:spcAft>
          <a:spcPts val="500"/>
        </a:spcAft>
        <a:buClr>
          <a:schemeClr val="tx1"/>
        </a:buClr>
        <a:buFont typeface="Symbol" panose="05050102010706020507" pitchFamily="18" charset="2"/>
        <a:buChar char="-"/>
        <a:defRPr sz="1600" kern="1200">
          <a:solidFill>
            <a:schemeClr val="tx1"/>
          </a:solidFill>
          <a:latin typeface="+mn-lt"/>
          <a:ea typeface="+mn-ea"/>
          <a:cs typeface="+mn-cs"/>
        </a:defRPr>
      </a:lvl4pPr>
      <a:lvl5pPr marL="648000" indent="-216000" algn="l" defTabSz="975390" rtl="0" eaLnBrk="1" latinLnBrk="0" hangingPunct="1">
        <a:lnSpc>
          <a:spcPct val="100000"/>
        </a:lnSpc>
        <a:spcBef>
          <a:spcPts val="0"/>
        </a:spcBef>
        <a:spcAft>
          <a:spcPts val="500"/>
        </a:spcAft>
        <a:buClr>
          <a:schemeClr val="tx1"/>
        </a:buClr>
        <a:buFont typeface="Symbol" panose="05050102010706020507" pitchFamily="18" charset="2"/>
        <a:buChar char="-"/>
        <a:defRPr sz="1600" kern="1200">
          <a:solidFill>
            <a:schemeClr val="tx1"/>
          </a:solidFill>
          <a:latin typeface="+mn-lt"/>
          <a:ea typeface="+mn-ea"/>
          <a:cs typeface="+mn-cs"/>
        </a:defRPr>
      </a:lvl5pPr>
      <a:lvl6pPr marL="216000" indent="-216000" algn="l" defTabSz="975390" rtl="0" eaLnBrk="1" latinLnBrk="0" hangingPunct="1">
        <a:lnSpc>
          <a:spcPct val="100000"/>
        </a:lnSpc>
        <a:spcBef>
          <a:spcPts val="500"/>
        </a:spcBef>
        <a:spcAft>
          <a:spcPts val="500"/>
        </a:spcAft>
        <a:buClr>
          <a:schemeClr val="tx1"/>
        </a:buClr>
        <a:buFont typeface="+mj-lt"/>
        <a:buAutoNum type="arabicPeriod"/>
        <a:defRPr sz="1600" kern="1200">
          <a:solidFill>
            <a:schemeClr val="tx1"/>
          </a:solidFill>
          <a:latin typeface="+mn-lt"/>
          <a:ea typeface="+mn-ea"/>
          <a:cs typeface="+mn-cs"/>
        </a:defRPr>
      </a:lvl6pPr>
      <a:lvl7pPr marL="432000" indent="-216000" algn="l" defTabSz="975390" rtl="0" eaLnBrk="1" latinLnBrk="0" hangingPunct="1">
        <a:lnSpc>
          <a:spcPct val="100000"/>
        </a:lnSpc>
        <a:spcBef>
          <a:spcPts val="0"/>
        </a:spcBef>
        <a:spcAft>
          <a:spcPts val="500"/>
        </a:spcAft>
        <a:buClr>
          <a:schemeClr val="tx1"/>
        </a:buClr>
        <a:buFont typeface="+mj-lt"/>
        <a:buAutoNum type="alphaLcPeriod"/>
        <a:defRPr sz="1600" kern="1200">
          <a:solidFill>
            <a:schemeClr val="tx1"/>
          </a:solidFill>
          <a:latin typeface="+mn-lt"/>
          <a:ea typeface="+mn-ea"/>
          <a:cs typeface="+mn-cs"/>
        </a:defRPr>
      </a:lvl7pPr>
      <a:lvl8pPr marL="0" indent="0" algn="l" defTabSz="975390" rtl="0" eaLnBrk="1" latinLnBrk="0" hangingPunct="1">
        <a:lnSpc>
          <a:spcPct val="100000"/>
        </a:lnSpc>
        <a:spcBef>
          <a:spcPts val="500"/>
        </a:spcBef>
        <a:spcAft>
          <a:spcPts val="500"/>
        </a:spcAft>
        <a:buFont typeface="Arial" panose="020B0604020202020204" pitchFamily="34" charset="0"/>
        <a:buNone/>
        <a:defRPr sz="2000" b="1" kern="1200">
          <a:solidFill>
            <a:schemeClr val="tx1"/>
          </a:solidFill>
          <a:latin typeface="+mn-lt"/>
          <a:ea typeface="+mn-ea"/>
          <a:cs typeface="+mn-cs"/>
        </a:defRPr>
      </a:lvl8pPr>
      <a:lvl9pPr marL="0" indent="0" algn="l" defTabSz="975390" rtl="0" eaLnBrk="1" latinLnBrk="0" hangingPunct="1">
        <a:lnSpc>
          <a:spcPct val="100000"/>
        </a:lnSpc>
        <a:spcBef>
          <a:spcPts val="500"/>
        </a:spcBef>
        <a:spcAft>
          <a:spcPts val="500"/>
        </a:spcAft>
        <a:buFont typeface="Arial" panose="020B0604020202020204" pitchFamily="34" charset="0"/>
        <a:buNone/>
        <a:defRPr sz="800" kern="1200">
          <a:solidFill>
            <a:srgbClr val="666666"/>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86" userDrawn="1">
          <p15:clr>
            <a:srgbClr val="F26B43"/>
          </p15:clr>
        </p15:guide>
        <p15:guide id="2" pos="7906" userDrawn="1">
          <p15:clr>
            <a:srgbClr val="A4A3A4"/>
          </p15:clr>
        </p15:guide>
        <p15:guide id="3" pos="558" userDrawn="1">
          <p15:clr>
            <a:srgbClr val="9FCC3B"/>
          </p15:clr>
        </p15:guide>
        <p15:guide id="4" pos="7634" userDrawn="1">
          <p15:clr>
            <a:srgbClr val="9FCC3B"/>
          </p15:clr>
        </p15:guide>
        <p15:guide id="5" pos="830" userDrawn="1">
          <p15:clr>
            <a:srgbClr val="A4A3A4"/>
          </p15:clr>
        </p15:guide>
        <p15:guide id="6" pos="7362" userDrawn="1">
          <p15:clr>
            <a:srgbClr val="F26B43"/>
          </p15:clr>
        </p15:guide>
        <p15:guide id="7" pos="1102" userDrawn="1">
          <p15:clr>
            <a:srgbClr val="A4A3A4"/>
          </p15:clr>
        </p15:guide>
        <p15:guide id="8" pos="1374" userDrawn="1">
          <p15:clr>
            <a:srgbClr val="A4A3A4"/>
          </p15:clr>
        </p15:guide>
        <p15:guide id="9" pos="1647" userDrawn="1">
          <p15:clr>
            <a:srgbClr val="A4A3A4"/>
          </p15:clr>
        </p15:guide>
        <p15:guide id="10" pos="1919" userDrawn="1">
          <p15:clr>
            <a:srgbClr val="A4A3A4"/>
          </p15:clr>
        </p15:guide>
        <p15:guide id="11" pos="2191" userDrawn="1">
          <p15:clr>
            <a:srgbClr val="A4A3A4"/>
          </p15:clr>
        </p15:guide>
        <p15:guide id="12" pos="2463" userDrawn="1">
          <p15:clr>
            <a:srgbClr val="A4A3A4"/>
          </p15:clr>
        </p15:guide>
        <p15:guide id="13" pos="2735" userDrawn="1">
          <p15:clr>
            <a:srgbClr val="A4A3A4"/>
          </p15:clr>
        </p15:guide>
        <p15:guide id="14" pos="3007" userDrawn="1">
          <p15:clr>
            <a:srgbClr val="A4A3A4"/>
          </p15:clr>
        </p15:guide>
        <p15:guide id="15" pos="3280" userDrawn="1">
          <p15:clr>
            <a:srgbClr val="A4A3A4"/>
          </p15:clr>
        </p15:guide>
        <p15:guide id="16" pos="3552" userDrawn="1">
          <p15:clr>
            <a:srgbClr val="A4A3A4"/>
          </p15:clr>
        </p15:guide>
        <p15:guide id="17" pos="3824" userDrawn="1">
          <p15:clr>
            <a:srgbClr val="A4A3A4"/>
          </p15:clr>
        </p15:guide>
        <p15:guide id="18" pos="4096" userDrawn="1">
          <p15:clr>
            <a:srgbClr val="A4A3A4"/>
          </p15:clr>
        </p15:guide>
        <p15:guide id="19" pos="4368" userDrawn="1">
          <p15:clr>
            <a:srgbClr val="A4A3A4"/>
          </p15:clr>
        </p15:guide>
        <p15:guide id="20" pos="4640" userDrawn="1">
          <p15:clr>
            <a:srgbClr val="A4A3A4"/>
          </p15:clr>
        </p15:guide>
        <p15:guide id="21" pos="4912" userDrawn="1">
          <p15:clr>
            <a:srgbClr val="A4A3A4"/>
          </p15:clr>
        </p15:guide>
        <p15:guide id="22" pos="5185" userDrawn="1">
          <p15:clr>
            <a:srgbClr val="A4A3A4"/>
          </p15:clr>
        </p15:guide>
        <p15:guide id="23" pos="5457" userDrawn="1">
          <p15:clr>
            <a:srgbClr val="A4A3A4"/>
          </p15:clr>
        </p15:guide>
        <p15:guide id="24" pos="5729" userDrawn="1">
          <p15:clr>
            <a:srgbClr val="A4A3A4"/>
          </p15:clr>
        </p15:guide>
        <p15:guide id="25" pos="6001" userDrawn="1">
          <p15:clr>
            <a:srgbClr val="A4A3A4"/>
          </p15:clr>
        </p15:guide>
        <p15:guide id="26" pos="6273" userDrawn="1">
          <p15:clr>
            <a:srgbClr val="A4A3A4"/>
          </p15:clr>
        </p15:guide>
        <p15:guide id="27" pos="6545" userDrawn="1">
          <p15:clr>
            <a:srgbClr val="A4A3A4"/>
          </p15:clr>
        </p15:guide>
        <p15:guide id="28" pos="6818" userDrawn="1">
          <p15:clr>
            <a:srgbClr val="A4A3A4"/>
          </p15:clr>
        </p15:guide>
        <p15:guide id="29" pos="7089" userDrawn="1">
          <p15:clr>
            <a:srgbClr val="A4A3A4"/>
          </p15:clr>
        </p15:guide>
        <p15:guide id="30" orient="horz" pos="263" userDrawn="1">
          <p15:clr>
            <a:srgbClr val="F26B43"/>
          </p15:clr>
        </p15:guide>
        <p15:guide id="31" orient="horz" pos="898" userDrawn="1">
          <p15:clr>
            <a:srgbClr val="F26B43"/>
          </p15:clr>
        </p15:guide>
        <p15:guide id="32" orient="horz" pos="1170" userDrawn="1">
          <p15:clr>
            <a:srgbClr val="9FCC3B"/>
          </p15:clr>
        </p15:guide>
        <p15:guide id="33" orient="horz" pos="4164" userDrawn="1">
          <p15:clr>
            <a:srgbClr val="9FCC3B"/>
          </p15:clr>
        </p15:guide>
        <p15:guide id="34" orient="horz" pos="1442" userDrawn="1">
          <p15:clr>
            <a:srgbClr val="A4A3A4"/>
          </p15:clr>
        </p15:guide>
        <p15:guide id="35" orient="horz" pos="1714" userDrawn="1">
          <p15:clr>
            <a:srgbClr val="A4A3A4"/>
          </p15:clr>
        </p15:guide>
        <p15:guide id="36" orient="horz" pos="1986" userDrawn="1">
          <p15:clr>
            <a:srgbClr val="A4A3A4"/>
          </p15:clr>
        </p15:guide>
        <p15:guide id="37" orient="horz" pos="2259" userDrawn="1">
          <p15:clr>
            <a:srgbClr val="A4A3A4"/>
          </p15:clr>
        </p15:guide>
        <p15:guide id="38" orient="horz" pos="2531" userDrawn="1">
          <p15:clr>
            <a:srgbClr val="A4A3A4"/>
          </p15:clr>
        </p15:guide>
        <p15:guide id="39" orient="horz" pos="2803" userDrawn="1">
          <p15:clr>
            <a:srgbClr val="A4A3A4"/>
          </p15:clr>
        </p15:guide>
        <p15:guide id="40" orient="horz" pos="3075" userDrawn="1">
          <p15:clr>
            <a:srgbClr val="A4A3A4"/>
          </p15:clr>
        </p15:guide>
        <p15:guide id="41" orient="horz" pos="3347" userDrawn="1">
          <p15:clr>
            <a:srgbClr val="A4A3A4"/>
          </p15:clr>
        </p15:guide>
        <p15:guide id="42" orient="horz" pos="3619" userDrawn="1">
          <p15:clr>
            <a:srgbClr val="A4A3A4"/>
          </p15:clr>
        </p15:guide>
        <p15:guide id="43" orient="horz" pos="3892" userDrawn="1">
          <p15:clr>
            <a:srgbClr val="A4A3A4"/>
          </p15:clr>
        </p15:guide>
        <p15:guide id="44" orient="horz" pos="4436"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tiff"/></Relationships>
</file>

<file path=ppt/slides/_rels/slide2.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8.tiff"/></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microsoft.com/office/2018/10/relationships/comments" Target="../comments/modernComment_7BBF5B5F_E80064B4.xml"/><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microsoft.com/office/2018/10/relationships/comments" Target="../comments/modernComment_7BBF5A68_FF98449.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7BBF5B61_FAE90F82.xml"/><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microsoft.com/office/2018/10/relationships/comments" Target="../comments/modernComment_7BBF5A67_84E59736.xml"/></Relationships>
</file>

<file path=ppt/slides/_rels/slide14.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microsoft.com/office/2018/10/relationships/comments" Target="../comments/modernComment_7BBF5A67_84E59736.xml"/><Relationship Id="rId4" Type="http://schemas.openxmlformats.org/officeDocument/2006/relationships/image" Target="../media/image27.tiff"/></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microsoft.com/office/2018/10/relationships/comments" Target="../comments/modernComment_7BBF5A67_84E5973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7BBF5B60_A168ED0E.xml"/><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microsoft.com/office/2018/10/relationships/comments" Target="../comments/modernComment_7BBF5B60_A168ED0E.xml"/></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svg"/><Relationship Id="rId3" Type="http://schemas.openxmlformats.org/officeDocument/2006/relationships/image" Target="../media/image30.png"/><Relationship Id="rId7" Type="http://schemas.openxmlformats.org/officeDocument/2006/relationships/image" Target="../media/image34.svg"/><Relationship Id="rId12" Type="http://schemas.openxmlformats.org/officeDocument/2006/relationships/image" Target="../media/image39.png"/><Relationship Id="rId2" Type="http://schemas.openxmlformats.org/officeDocument/2006/relationships/notesSlide" Target="../notesSlides/notesSlide17.xml"/><Relationship Id="rId16" Type="http://schemas.microsoft.com/office/2018/10/relationships/comments" Target="../comments/modernComment_7BBF5A49_76DD7E44.xml"/><Relationship Id="rId1" Type="http://schemas.openxmlformats.org/officeDocument/2006/relationships/slideLayout" Target="../slideLayouts/slideLayout19.xml"/><Relationship Id="rId6" Type="http://schemas.openxmlformats.org/officeDocument/2006/relationships/image" Target="../media/image33.png"/><Relationship Id="rId11" Type="http://schemas.openxmlformats.org/officeDocument/2006/relationships/image" Target="../media/image38.svg"/><Relationship Id="rId5" Type="http://schemas.openxmlformats.org/officeDocument/2006/relationships/image" Target="../media/image32.svg"/><Relationship Id="rId15" Type="http://schemas.openxmlformats.org/officeDocument/2006/relationships/image" Target="../media/image42.sv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svg"/><Relationship Id="rId1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microsoft.com/office/2018/10/relationships/comments" Target="../comments/modernComment_7BBF5B60_A168ED0E.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microsoft.com/office/2018/10/relationships/comments" Target="../comments/modernComment_7BBF5A67_84E59736.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11.xml"/><Relationship Id="rId5" Type="http://schemas.openxmlformats.org/officeDocument/2006/relationships/image" Target="../media/image49.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B36D9881-EE2A-244C-9379-A714E18A5841}"/>
              </a:ext>
            </a:extLst>
          </p:cNvPr>
          <p:cNvSpPr>
            <a:spLocks noGrp="1"/>
          </p:cNvSpPr>
          <p:nvPr>
            <p:ph type="ftr" sz="quarter" idx="11"/>
          </p:nvPr>
        </p:nvSpPr>
        <p:spPr/>
        <p:txBody>
          <a:bodyPr/>
          <a:lstStyle/>
          <a:p>
            <a:r>
              <a:rPr lang="de-DE"/>
              <a:t>Hier kann eine Fußzeile stehen</a:t>
            </a:r>
          </a:p>
        </p:txBody>
      </p:sp>
      <p:sp>
        <p:nvSpPr>
          <p:cNvPr id="3" name="Foliennummernplatzhalter 2">
            <a:extLst>
              <a:ext uri="{FF2B5EF4-FFF2-40B4-BE49-F238E27FC236}">
                <a16:creationId xmlns:a16="http://schemas.microsoft.com/office/drawing/2014/main" id="{BE8C307B-9E20-9643-B5DC-453EEB3C9E0E}"/>
              </a:ext>
            </a:extLst>
          </p:cNvPr>
          <p:cNvSpPr>
            <a:spLocks noGrp="1"/>
          </p:cNvSpPr>
          <p:nvPr>
            <p:ph type="sldNum" sz="quarter" idx="4294967295"/>
          </p:nvPr>
        </p:nvSpPr>
        <p:spPr>
          <a:xfrm>
            <a:off x="11687175" y="7315200"/>
            <a:ext cx="863600" cy="273050"/>
          </a:xfrm>
        </p:spPr>
        <p:txBody>
          <a:bodyPr/>
          <a:lstStyle/>
          <a:p>
            <a:fld id="{D612FFA8-16F3-4D16-935C-858579C7B661}" type="slidenum">
              <a:rPr lang="de-DE" smtClean="0"/>
              <a:pPr/>
              <a:t>1</a:t>
            </a:fld>
            <a:endParaRPr lang="de-DE"/>
          </a:p>
        </p:txBody>
      </p:sp>
      <p:sp>
        <p:nvSpPr>
          <p:cNvPr id="4" name="Titel 3">
            <a:extLst>
              <a:ext uri="{FF2B5EF4-FFF2-40B4-BE49-F238E27FC236}">
                <a16:creationId xmlns:a16="http://schemas.microsoft.com/office/drawing/2014/main" id="{337A976C-48C2-7149-966C-A86FE59BC2EB}"/>
              </a:ext>
            </a:extLst>
          </p:cNvPr>
          <p:cNvSpPr>
            <a:spLocks noGrp="1"/>
          </p:cNvSpPr>
          <p:nvPr>
            <p:ph type="title"/>
          </p:nvPr>
        </p:nvSpPr>
        <p:spPr>
          <a:xfrm>
            <a:off x="669752" y="2778511"/>
            <a:ext cx="11593288" cy="3064278"/>
          </a:xfrm>
        </p:spPr>
        <p:txBody>
          <a:bodyPr/>
          <a:lstStyle/>
          <a:p>
            <a:pPr algn="ctr"/>
            <a:r>
              <a:rPr lang="de-DE" sz="2800">
                <a:solidFill>
                  <a:schemeClr val="bg1">
                    <a:lumMod val="95000"/>
                  </a:schemeClr>
                </a:solidFill>
              </a:rPr>
              <a:t>Otto-Friedrich-Universität Bamberg</a:t>
            </a:r>
            <a:br>
              <a:rPr lang="de-DE" sz="2800">
                <a:solidFill>
                  <a:schemeClr val="bg1">
                    <a:lumMod val="95000"/>
                  </a:schemeClr>
                </a:solidFill>
              </a:rPr>
            </a:br>
            <a:r>
              <a:rPr lang="de-DE" sz="2800">
                <a:solidFill>
                  <a:schemeClr val="bg1">
                    <a:lumMod val="95000"/>
                  </a:schemeClr>
                </a:solidFill>
              </a:rPr>
              <a:t>Lehrstuhl für Kognitive Systeme</a:t>
            </a:r>
            <a:br>
              <a:rPr lang="de-DE" sz="3600">
                <a:solidFill>
                  <a:schemeClr val="bg1">
                    <a:lumMod val="95000"/>
                  </a:schemeClr>
                </a:solidFill>
              </a:rPr>
            </a:br>
            <a:br>
              <a:rPr lang="de-DE" sz="3600">
                <a:solidFill>
                  <a:schemeClr val="bg1">
                    <a:lumMod val="95000"/>
                  </a:schemeClr>
                </a:solidFill>
              </a:rPr>
            </a:br>
            <a:r>
              <a:rPr lang="de-DE" sz="2800">
                <a:solidFill>
                  <a:schemeClr val="bg1">
                    <a:lumMod val="95000"/>
                  </a:schemeClr>
                </a:solidFill>
              </a:rPr>
              <a:t>Vorlesung Maschinelles Lernen: </a:t>
            </a:r>
            <a:br>
              <a:rPr lang="de-DE" sz="3600">
                <a:solidFill>
                  <a:schemeClr val="bg1">
                    <a:lumMod val="95000"/>
                  </a:schemeClr>
                </a:solidFill>
              </a:rPr>
            </a:br>
            <a:r>
              <a:rPr lang="de-DE" sz="3600">
                <a:solidFill>
                  <a:schemeClr val="bg1">
                    <a:lumMod val="95000"/>
                  </a:schemeClr>
                </a:solidFill>
              </a:rPr>
              <a:t>From Explainable AI to Causal Interpretations</a:t>
            </a:r>
            <a:br>
              <a:rPr lang="de-DE" sz="3600">
                <a:solidFill>
                  <a:schemeClr val="tx1"/>
                </a:solidFill>
              </a:rPr>
            </a:br>
            <a:endParaRPr lang="de-DE" sz="3600">
              <a:solidFill>
                <a:schemeClr val="tx1"/>
              </a:solidFill>
            </a:endParaRPr>
          </a:p>
        </p:txBody>
      </p:sp>
      <p:sp>
        <p:nvSpPr>
          <p:cNvPr id="5" name="Untertitel 4">
            <a:extLst>
              <a:ext uri="{FF2B5EF4-FFF2-40B4-BE49-F238E27FC236}">
                <a16:creationId xmlns:a16="http://schemas.microsoft.com/office/drawing/2014/main" id="{CB8A1A78-7E6B-1443-87A4-C78C3E8E9040}"/>
              </a:ext>
            </a:extLst>
          </p:cNvPr>
          <p:cNvSpPr>
            <a:spLocks noGrp="1"/>
          </p:cNvSpPr>
          <p:nvPr>
            <p:ph type="subTitle" idx="1"/>
          </p:nvPr>
        </p:nvSpPr>
        <p:spPr>
          <a:xfrm>
            <a:off x="3658083" y="6151463"/>
            <a:ext cx="5616575" cy="288000"/>
          </a:xfrm>
        </p:spPr>
        <p:txBody>
          <a:bodyPr/>
          <a:lstStyle/>
          <a:p>
            <a:pPr algn="ctr"/>
            <a:r>
              <a:rPr lang="de-DE" sz="1800"/>
              <a:t>Dr. Sebastian Kiefer and Prof. Dr. Ute Schmid</a:t>
            </a:r>
          </a:p>
        </p:txBody>
      </p:sp>
      <p:pic>
        <p:nvPicPr>
          <p:cNvPr id="10" name="Grafik 9">
            <a:extLst>
              <a:ext uri="{FF2B5EF4-FFF2-40B4-BE49-F238E27FC236}">
                <a16:creationId xmlns:a16="http://schemas.microsoft.com/office/drawing/2014/main" id="{54D16B78-BC9C-F24A-A8D1-87917777BF1F}"/>
              </a:ext>
            </a:extLst>
          </p:cNvPr>
          <p:cNvPicPr>
            <a:picLocks noChangeAspect="1"/>
          </p:cNvPicPr>
          <p:nvPr/>
        </p:nvPicPr>
        <p:blipFill>
          <a:blip r:embed="rId3"/>
          <a:stretch>
            <a:fillRect/>
          </a:stretch>
        </p:blipFill>
        <p:spPr>
          <a:xfrm>
            <a:off x="669752" y="554171"/>
            <a:ext cx="2153816" cy="2153816"/>
          </a:xfrm>
          <a:prstGeom prst="rect">
            <a:avLst/>
          </a:prstGeom>
        </p:spPr>
      </p:pic>
      <p:pic>
        <p:nvPicPr>
          <p:cNvPr id="6" name="Grafik 5">
            <a:extLst>
              <a:ext uri="{FF2B5EF4-FFF2-40B4-BE49-F238E27FC236}">
                <a16:creationId xmlns:a16="http://schemas.microsoft.com/office/drawing/2014/main" id="{286993C0-0722-D645-846E-3378C35C76D6}"/>
              </a:ext>
            </a:extLst>
          </p:cNvPr>
          <p:cNvPicPr>
            <a:picLocks noChangeAspect="1"/>
          </p:cNvPicPr>
          <p:nvPr/>
        </p:nvPicPr>
        <p:blipFill>
          <a:blip r:embed="rId4"/>
          <a:stretch>
            <a:fillRect/>
          </a:stretch>
        </p:blipFill>
        <p:spPr>
          <a:xfrm>
            <a:off x="10451628" y="1065654"/>
            <a:ext cx="1955428" cy="1130850"/>
          </a:xfrm>
          <a:prstGeom prst="rect">
            <a:avLst/>
          </a:prstGeom>
        </p:spPr>
      </p:pic>
      <p:sp>
        <p:nvSpPr>
          <p:cNvPr id="8" name="Freihandform: Form 17">
            <a:extLst>
              <a:ext uri="{FF2B5EF4-FFF2-40B4-BE49-F238E27FC236}">
                <a16:creationId xmlns:a16="http://schemas.microsoft.com/office/drawing/2014/main" id="{EF701189-7009-A64C-BC46-1AAE432E8F17}"/>
              </a:ext>
              <a:ext uri="{C183D7F6-B498-43B3-948B-1728B52AA6E4}">
                <adec:decorative xmlns:adec="http://schemas.microsoft.com/office/drawing/2017/decorative" val="1"/>
              </a:ext>
            </a:extLst>
          </p:cNvPr>
          <p:cNvSpPr>
            <a:spLocks/>
          </p:cNvSpPr>
          <p:nvPr/>
        </p:nvSpPr>
        <p:spPr bwMode="gray">
          <a:xfrm>
            <a:off x="11254928" y="6177880"/>
            <a:ext cx="575767" cy="519971"/>
          </a:xfrm>
          <a:custGeom>
            <a:avLst/>
            <a:gdLst>
              <a:gd name="connsiteX0" fmla="*/ 20503 w 431800"/>
              <a:gd name="connsiteY0" fmla="*/ 343790 h 425789"/>
              <a:gd name="connsiteX1" fmla="*/ 20503 w 431800"/>
              <a:gd name="connsiteY1" fmla="*/ 409200 h 425789"/>
              <a:gd name="connsiteX2" fmla="*/ 32017 w 431800"/>
              <a:gd name="connsiteY2" fmla="*/ 409200 h 425789"/>
              <a:gd name="connsiteX3" fmla="*/ 65023 w 431800"/>
              <a:gd name="connsiteY3" fmla="*/ 376495 h 425789"/>
              <a:gd name="connsiteX4" fmla="*/ 37390 w 431800"/>
              <a:gd name="connsiteY4" fmla="*/ 343790 h 425789"/>
              <a:gd name="connsiteX5" fmla="*/ 331663 w 431800"/>
              <a:gd name="connsiteY5" fmla="*/ 327201 h 425789"/>
              <a:gd name="connsiteX6" fmla="*/ 353649 w 431800"/>
              <a:gd name="connsiteY6" fmla="*/ 327201 h 425789"/>
              <a:gd name="connsiteX7" fmla="*/ 381731 w 431800"/>
              <a:gd name="connsiteY7" fmla="*/ 403799 h 425789"/>
              <a:gd name="connsiteX8" fmla="*/ 404456 w 431800"/>
              <a:gd name="connsiteY8" fmla="*/ 343833 h 425789"/>
              <a:gd name="connsiteX9" fmla="*/ 379514 w 431800"/>
              <a:gd name="connsiteY9" fmla="*/ 343833 h 425789"/>
              <a:gd name="connsiteX10" fmla="*/ 379514 w 431800"/>
              <a:gd name="connsiteY10" fmla="*/ 327201 h 425789"/>
              <a:gd name="connsiteX11" fmla="*/ 431800 w 431800"/>
              <a:gd name="connsiteY11" fmla="*/ 327201 h 425789"/>
              <a:gd name="connsiteX12" fmla="*/ 393833 w 431800"/>
              <a:gd name="connsiteY12" fmla="*/ 425789 h 425789"/>
              <a:gd name="connsiteX13" fmla="*/ 370369 w 431800"/>
              <a:gd name="connsiteY13" fmla="*/ 425789 h 425789"/>
              <a:gd name="connsiteX14" fmla="*/ 260439 w 431800"/>
              <a:gd name="connsiteY14" fmla="*/ 327201 h 425789"/>
              <a:gd name="connsiteX15" fmla="*/ 326396 w 431800"/>
              <a:gd name="connsiteY15" fmla="*/ 327201 h 425789"/>
              <a:gd name="connsiteX16" fmla="*/ 326396 w 431800"/>
              <a:gd name="connsiteY16" fmla="*/ 343833 h 425789"/>
              <a:gd name="connsiteX17" fmla="*/ 281593 w 431800"/>
              <a:gd name="connsiteY17" fmla="*/ 343833 h 425789"/>
              <a:gd name="connsiteX18" fmla="*/ 281593 w 431800"/>
              <a:gd name="connsiteY18" fmla="*/ 365823 h 425789"/>
              <a:gd name="connsiteX19" fmla="*/ 323348 w 431800"/>
              <a:gd name="connsiteY19" fmla="*/ 365823 h 425789"/>
              <a:gd name="connsiteX20" fmla="*/ 323348 w 431800"/>
              <a:gd name="connsiteY20" fmla="*/ 382547 h 425789"/>
              <a:gd name="connsiteX21" fmla="*/ 281593 w 431800"/>
              <a:gd name="connsiteY21" fmla="*/ 382547 h 425789"/>
              <a:gd name="connsiteX22" fmla="*/ 281593 w 431800"/>
              <a:gd name="connsiteY22" fmla="*/ 409804 h 425789"/>
              <a:gd name="connsiteX23" fmla="*/ 328706 w 431800"/>
              <a:gd name="connsiteY23" fmla="*/ 409804 h 425789"/>
              <a:gd name="connsiteX24" fmla="*/ 328706 w 431800"/>
              <a:gd name="connsiteY24" fmla="*/ 425789 h 425789"/>
              <a:gd name="connsiteX25" fmla="*/ 260439 w 431800"/>
              <a:gd name="connsiteY25" fmla="*/ 425789 h 425789"/>
              <a:gd name="connsiteX26" fmla="*/ 167138 w 431800"/>
              <a:gd name="connsiteY26" fmla="*/ 327201 h 425789"/>
              <a:gd name="connsiteX27" fmla="*/ 252033 w 431800"/>
              <a:gd name="connsiteY27" fmla="*/ 327201 h 425789"/>
              <a:gd name="connsiteX28" fmla="*/ 252033 w 431800"/>
              <a:gd name="connsiteY28" fmla="*/ 343833 h 425789"/>
              <a:gd name="connsiteX29" fmla="*/ 220994 w 431800"/>
              <a:gd name="connsiteY29" fmla="*/ 343833 h 425789"/>
              <a:gd name="connsiteX30" fmla="*/ 220994 w 431800"/>
              <a:gd name="connsiteY30" fmla="*/ 425789 h 425789"/>
              <a:gd name="connsiteX31" fmla="*/ 199008 w 431800"/>
              <a:gd name="connsiteY31" fmla="*/ 425789 h 425789"/>
              <a:gd name="connsiteX32" fmla="*/ 199008 w 431800"/>
              <a:gd name="connsiteY32" fmla="*/ 343833 h 425789"/>
              <a:gd name="connsiteX33" fmla="*/ 167138 w 431800"/>
              <a:gd name="connsiteY33" fmla="*/ 343833 h 425789"/>
              <a:gd name="connsiteX34" fmla="*/ 119379 w 431800"/>
              <a:gd name="connsiteY34" fmla="*/ 327201 h 425789"/>
              <a:gd name="connsiteX35" fmla="*/ 145152 w 431800"/>
              <a:gd name="connsiteY35" fmla="*/ 327201 h 425789"/>
              <a:gd name="connsiteX36" fmla="*/ 183766 w 431800"/>
              <a:gd name="connsiteY36" fmla="*/ 425789 h 425789"/>
              <a:gd name="connsiteX37" fmla="*/ 129171 w 431800"/>
              <a:gd name="connsiteY37" fmla="*/ 425789 h 425789"/>
              <a:gd name="connsiteX38" fmla="*/ 129171 w 431800"/>
              <a:gd name="connsiteY38" fmla="*/ 409804 h 425789"/>
              <a:gd name="connsiteX39" fmla="*/ 156515 w 431800"/>
              <a:gd name="connsiteY39" fmla="*/ 409804 h 425789"/>
              <a:gd name="connsiteX40" fmla="*/ 132311 w 431800"/>
              <a:gd name="connsiteY40" fmla="*/ 347713 h 425789"/>
              <a:gd name="connsiteX41" fmla="*/ 102658 w 431800"/>
              <a:gd name="connsiteY41" fmla="*/ 425789 h 425789"/>
              <a:gd name="connsiteX42" fmla="*/ 81411 w 431800"/>
              <a:gd name="connsiteY42" fmla="*/ 425789 h 425789"/>
              <a:gd name="connsiteX43" fmla="*/ 304 w 431800"/>
              <a:gd name="connsiteY43" fmla="*/ 327201 h 425789"/>
              <a:gd name="connsiteX44" fmla="*/ 38962 w 431800"/>
              <a:gd name="connsiteY44" fmla="*/ 327201 h 425789"/>
              <a:gd name="connsiteX45" fmla="*/ 85199 w 431800"/>
              <a:gd name="connsiteY45" fmla="*/ 377253 h 425789"/>
              <a:gd name="connsiteX46" fmla="*/ 35930 w 431800"/>
              <a:gd name="connsiteY46" fmla="*/ 425789 h 425789"/>
              <a:gd name="connsiteX47" fmla="*/ 304 w 431800"/>
              <a:gd name="connsiteY47" fmla="*/ 425789 h 425789"/>
              <a:gd name="connsiteX48" fmla="*/ 0 w 431800"/>
              <a:gd name="connsiteY48" fmla="*/ 0 h 425789"/>
              <a:gd name="connsiteX49" fmla="*/ 430267 w 431800"/>
              <a:gd name="connsiteY49" fmla="*/ 0 h 425789"/>
              <a:gd name="connsiteX50" fmla="*/ 430267 w 431800"/>
              <a:gd name="connsiteY50" fmla="*/ 304372 h 425789"/>
              <a:gd name="connsiteX51" fmla="*/ 0 w 431800"/>
              <a:gd name="connsiteY51" fmla="*/ 304372 h 42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31800" h="425789">
                <a:moveTo>
                  <a:pt x="20503" y="343790"/>
                </a:moveTo>
                <a:lnTo>
                  <a:pt x="20503" y="409200"/>
                </a:lnTo>
                <a:lnTo>
                  <a:pt x="32017" y="409200"/>
                </a:lnTo>
                <a:cubicBezTo>
                  <a:pt x="49671" y="409200"/>
                  <a:pt x="64256" y="397791"/>
                  <a:pt x="65023" y="376495"/>
                </a:cubicBezTo>
                <a:cubicBezTo>
                  <a:pt x="65791" y="355960"/>
                  <a:pt x="54277" y="343790"/>
                  <a:pt x="37390" y="343790"/>
                </a:cubicBezTo>
                <a:close/>
                <a:moveTo>
                  <a:pt x="331663" y="327201"/>
                </a:moveTo>
                <a:lnTo>
                  <a:pt x="353649" y="327201"/>
                </a:lnTo>
                <a:lnTo>
                  <a:pt x="381731" y="403799"/>
                </a:lnTo>
                <a:lnTo>
                  <a:pt x="404456" y="343833"/>
                </a:lnTo>
                <a:lnTo>
                  <a:pt x="379514" y="343833"/>
                </a:lnTo>
                <a:lnTo>
                  <a:pt x="379514" y="327201"/>
                </a:lnTo>
                <a:lnTo>
                  <a:pt x="431800" y="327201"/>
                </a:lnTo>
                <a:lnTo>
                  <a:pt x="393833" y="425789"/>
                </a:lnTo>
                <a:lnTo>
                  <a:pt x="370369" y="425789"/>
                </a:lnTo>
                <a:close/>
                <a:moveTo>
                  <a:pt x="260439" y="327201"/>
                </a:moveTo>
                <a:lnTo>
                  <a:pt x="326396" y="327201"/>
                </a:lnTo>
                <a:lnTo>
                  <a:pt x="326396" y="343833"/>
                </a:lnTo>
                <a:lnTo>
                  <a:pt x="281593" y="343833"/>
                </a:lnTo>
                <a:lnTo>
                  <a:pt x="281593" y="365823"/>
                </a:lnTo>
                <a:lnTo>
                  <a:pt x="323348" y="365823"/>
                </a:lnTo>
                <a:lnTo>
                  <a:pt x="323348" y="382547"/>
                </a:lnTo>
                <a:lnTo>
                  <a:pt x="281593" y="382547"/>
                </a:lnTo>
                <a:lnTo>
                  <a:pt x="281593" y="409804"/>
                </a:lnTo>
                <a:lnTo>
                  <a:pt x="328706" y="409804"/>
                </a:lnTo>
                <a:lnTo>
                  <a:pt x="328706" y="425789"/>
                </a:lnTo>
                <a:lnTo>
                  <a:pt x="260439" y="425789"/>
                </a:lnTo>
                <a:close/>
                <a:moveTo>
                  <a:pt x="167138" y="327201"/>
                </a:moveTo>
                <a:lnTo>
                  <a:pt x="252033" y="327201"/>
                </a:lnTo>
                <a:lnTo>
                  <a:pt x="252033" y="343833"/>
                </a:lnTo>
                <a:lnTo>
                  <a:pt x="220994" y="343833"/>
                </a:lnTo>
                <a:lnTo>
                  <a:pt x="220994" y="425789"/>
                </a:lnTo>
                <a:lnTo>
                  <a:pt x="199008" y="425789"/>
                </a:lnTo>
                <a:lnTo>
                  <a:pt x="199008" y="343833"/>
                </a:lnTo>
                <a:lnTo>
                  <a:pt x="167138" y="343833"/>
                </a:lnTo>
                <a:close/>
                <a:moveTo>
                  <a:pt x="119379" y="327201"/>
                </a:moveTo>
                <a:lnTo>
                  <a:pt x="145152" y="327201"/>
                </a:lnTo>
                <a:lnTo>
                  <a:pt x="183766" y="425789"/>
                </a:lnTo>
                <a:lnTo>
                  <a:pt x="129171" y="425789"/>
                </a:lnTo>
                <a:lnTo>
                  <a:pt x="129171" y="409804"/>
                </a:lnTo>
                <a:lnTo>
                  <a:pt x="156515" y="409804"/>
                </a:lnTo>
                <a:lnTo>
                  <a:pt x="132311" y="347713"/>
                </a:lnTo>
                <a:lnTo>
                  <a:pt x="102658" y="425789"/>
                </a:lnTo>
                <a:lnTo>
                  <a:pt x="81411" y="425789"/>
                </a:lnTo>
                <a:close/>
                <a:moveTo>
                  <a:pt x="304" y="327201"/>
                </a:moveTo>
                <a:lnTo>
                  <a:pt x="38962" y="327201"/>
                </a:lnTo>
                <a:cubicBezTo>
                  <a:pt x="65491" y="327201"/>
                  <a:pt x="84441" y="346919"/>
                  <a:pt x="85199" y="377253"/>
                </a:cubicBezTo>
                <a:cubicBezTo>
                  <a:pt x="85199" y="404555"/>
                  <a:pt x="62459" y="425789"/>
                  <a:pt x="35930" y="425789"/>
                </a:cubicBezTo>
                <a:lnTo>
                  <a:pt x="304" y="425789"/>
                </a:lnTo>
                <a:close/>
                <a:moveTo>
                  <a:pt x="0" y="0"/>
                </a:moveTo>
                <a:lnTo>
                  <a:pt x="430267" y="0"/>
                </a:lnTo>
                <a:lnTo>
                  <a:pt x="430267" y="304372"/>
                </a:lnTo>
                <a:lnTo>
                  <a:pt x="0" y="30437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tIns="216000" rIns="216000" bIns="216000" rtlCol="0" anchor="t" anchorCtr="0">
            <a:noAutofit/>
          </a:bodyPr>
          <a:lstStyle/>
          <a:p>
            <a:pPr marL="216000" indent="-216000" algn="l">
              <a:spcBef>
                <a:spcPts val="500"/>
              </a:spcBef>
              <a:spcAft>
                <a:spcPts val="500"/>
              </a:spcAft>
              <a:buFont typeface="Wingdings" panose="05000000000000000000" pitchFamily="2" charset="2"/>
              <a:buChar char="§"/>
            </a:pPr>
            <a:endParaRPr lang="de-DE" sz="1600" dirty="0" err="1"/>
          </a:p>
        </p:txBody>
      </p:sp>
    </p:spTree>
    <p:extLst>
      <p:ext uri="{BB962C8B-B14F-4D97-AF65-F5344CB8AC3E}">
        <p14:creationId xmlns:p14="http://schemas.microsoft.com/office/powerpoint/2010/main" val="3071607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a:xfrm>
            <a:off x="454025" y="0"/>
            <a:ext cx="9000703" cy="1425575"/>
          </a:xfrm>
        </p:spPr>
        <p:txBody>
          <a:bodyPr/>
          <a:lstStyle/>
          <a:p>
            <a:r>
              <a:rPr lang="de-DE"/>
              <a:t>Short introduction</a:t>
            </a:r>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2</a:t>
            </a:fld>
            <a:endParaRPr lang="de-DE" dirty="0"/>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38" name="Textfeld 37">
            <a:extLst>
              <a:ext uri="{FF2B5EF4-FFF2-40B4-BE49-F238E27FC236}">
                <a16:creationId xmlns:a16="http://schemas.microsoft.com/office/drawing/2014/main" id="{9B86CBC4-6875-E24B-BE54-C884E77630AC}"/>
              </a:ext>
            </a:extLst>
          </p:cNvPr>
          <p:cNvSpPr txBox="1"/>
          <p:nvPr/>
        </p:nvSpPr>
        <p:spPr bwMode="gray">
          <a:xfrm>
            <a:off x="3939372" y="7107645"/>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dirty="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pic>
        <p:nvPicPr>
          <p:cNvPr id="19" name="Grafik 18">
            <a:extLst>
              <a:ext uri="{FF2B5EF4-FFF2-40B4-BE49-F238E27FC236}">
                <a16:creationId xmlns:a16="http://schemas.microsoft.com/office/drawing/2014/main" id="{8CBE4942-5564-A144-9668-36CAB39F98CA}"/>
              </a:ext>
            </a:extLst>
          </p:cNvPr>
          <p:cNvPicPr>
            <a:picLocks noChangeAspect="1"/>
          </p:cNvPicPr>
          <p:nvPr/>
        </p:nvPicPr>
        <p:blipFill>
          <a:blip r:embed="rId3"/>
          <a:stretch>
            <a:fillRect/>
          </a:stretch>
        </p:blipFill>
        <p:spPr>
          <a:xfrm>
            <a:off x="454025" y="1281559"/>
            <a:ext cx="2473170" cy="3297560"/>
          </a:xfrm>
          <a:prstGeom prst="rect">
            <a:avLst/>
          </a:prstGeom>
        </p:spPr>
      </p:pic>
      <p:sp>
        <p:nvSpPr>
          <p:cNvPr id="64" name="Textfeld 63">
            <a:extLst>
              <a:ext uri="{FF2B5EF4-FFF2-40B4-BE49-F238E27FC236}">
                <a16:creationId xmlns:a16="http://schemas.microsoft.com/office/drawing/2014/main" id="{42415592-AB0C-C640-8779-2AA87D02DE01}"/>
              </a:ext>
            </a:extLst>
          </p:cNvPr>
          <p:cNvSpPr txBox="1"/>
          <p:nvPr/>
        </p:nvSpPr>
        <p:spPr bwMode="gray">
          <a:xfrm>
            <a:off x="3333751" y="849288"/>
            <a:ext cx="9217024" cy="504056"/>
          </a:xfrm>
          <a:prstGeom prst="rect">
            <a:avLst/>
          </a:prstGeom>
          <a:noFill/>
        </p:spPr>
        <p:txBody>
          <a:bodyPr wrap="square" lIns="0" tIns="0" rIns="0" bIns="0" rtlCol="0">
            <a:noAutofit/>
          </a:bodyPr>
          <a:lstStyle/>
          <a:p>
            <a:pPr algn="l">
              <a:spcBef>
                <a:spcPts val="500"/>
              </a:spcBef>
              <a:spcAft>
                <a:spcPts val="500"/>
              </a:spcAft>
              <a:buClr>
                <a:schemeClr val="bg2"/>
              </a:buClr>
            </a:pPr>
            <a:r>
              <a:rPr lang="de-DE" sz="2000" dirty="0"/>
              <a:t>Dr. rer. nat. Sebastian Kiefer</a:t>
            </a:r>
          </a:p>
          <a:p>
            <a:pPr marL="800100" lvl="1" indent="-342900">
              <a:spcBef>
                <a:spcPts val="500"/>
              </a:spcBef>
              <a:spcAft>
                <a:spcPts val="500"/>
              </a:spcAft>
              <a:buClr>
                <a:schemeClr val="bg2"/>
              </a:buClr>
              <a:buFont typeface="Arial" panose="020B0604020202020204" pitchFamily="34" charset="0"/>
              <a:buChar char="•"/>
            </a:pPr>
            <a:r>
              <a:rPr lang="de-DE" sz="2000" dirty="0"/>
              <a:t>2010-2014: Dual study program with Siemens AG – B.Sc. Wirtschaftsinformatik</a:t>
            </a:r>
          </a:p>
          <a:p>
            <a:pPr marL="800100" lvl="1" indent="-342900">
              <a:spcBef>
                <a:spcPts val="500"/>
              </a:spcBef>
              <a:spcAft>
                <a:spcPts val="500"/>
              </a:spcAft>
              <a:buClr>
                <a:schemeClr val="bg2"/>
              </a:buClr>
              <a:buFont typeface="Arial" panose="020B0604020202020204" pitchFamily="34" charset="0"/>
              <a:buChar char="•"/>
            </a:pPr>
            <a:r>
              <a:rPr lang="de-DE" sz="2000" dirty="0"/>
              <a:t>2014-2016: M.Sc. Wirtschaftsinformatik @ University of Bamberg</a:t>
            </a:r>
          </a:p>
          <a:p>
            <a:pPr marL="800100" lvl="1" indent="-342900">
              <a:spcBef>
                <a:spcPts val="500"/>
              </a:spcBef>
              <a:spcAft>
                <a:spcPts val="500"/>
              </a:spcAft>
              <a:buClr>
                <a:schemeClr val="bg2"/>
              </a:buClr>
              <a:buFont typeface="Arial" panose="020B0604020202020204" pitchFamily="34" charset="0"/>
              <a:buChar char="•"/>
            </a:pPr>
            <a:r>
              <a:rPr lang="de-DE" sz="2000" dirty="0"/>
              <a:t>2017-2019: Project/Rollout Manager @ Siemens AG</a:t>
            </a:r>
          </a:p>
          <a:p>
            <a:pPr marL="800100" lvl="1" indent="-342900">
              <a:spcBef>
                <a:spcPts val="500"/>
              </a:spcBef>
              <a:spcAft>
                <a:spcPts val="500"/>
              </a:spcAft>
              <a:buClr>
                <a:schemeClr val="bg2"/>
              </a:buClr>
              <a:buFont typeface="Arial" panose="020B0604020202020204" pitchFamily="34" charset="0"/>
              <a:buChar char="•"/>
            </a:pPr>
            <a:r>
              <a:rPr lang="de-DE" sz="2000" dirty="0"/>
              <a:t>2019-2023: Research on „Explainable and Interactive Artificial Intelligence“, especially for the textual domain</a:t>
            </a:r>
          </a:p>
          <a:p>
            <a:pPr marL="800100" lvl="1" indent="-342900">
              <a:spcBef>
                <a:spcPts val="500"/>
              </a:spcBef>
              <a:spcAft>
                <a:spcPts val="500"/>
              </a:spcAft>
              <a:buClr>
                <a:schemeClr val="bg2"/>
              </a:buClr>
              <a:buFont typeface="Arial" panose="020B0604020202020204" pitchFamily="34" charset="0"/>
              <a:buChar char="•"/>
            </a:pPr>
            <a:r>
              <a:rPr lang="de-DE" sz="2000" dirty="0"/>
              <a:t>2023: Doctorate on the topic „</a:t>
            </a:r>
            <a:r>
              <a:rPr lang="de-DE" sz="2000" i="1" dirty="0"/>
              <a:t>Human-centered Interactions with Text Classifiers: Fusing Concept-based Knowledge with Local Surrogate Explanation Models</a:t>
            </a:r>
            <a:r>
              <a:rPr lang="de-DE" sz="2000" dirty="0"/>
              <a:t>“</a:t>
            </a:r>
          </a:p>
          <a:p>
            <a:pPr marL="800100" lvl="1" indent="-342900">
              <a:spcBef>
                <a:spcPts val="500"/>
              </a:spcBef>
              <a:spcAft>
                <a:spcPts val="500"/>
              </a:spcAft>
              <a:buClr>
                <a:schemeClr val="bg2"/>
              </a:buClr>
              <a:buFont typeface="Arial" panose="020B0604020202020204" pitchFamily="34" charset="0"/>
              <a:buChar char="•"/>
            </a:pPr>
            <a:r>
              <a:rPr lang="de-DE" sz="2000" dirty="0"/>
              <a:t>Since 2019: Data Scientist @ DATEV eG (AI Office since 01/2023)</a:t>
            </a:r>
          </a:p>
          <a:p>
            <a:pPr lvl="1">
              <a:spcBef>
                <a:spcPts val="500"/>
              </a:spcBef>
              <a:spcAft>
                <a:spcPts val="500"/>
              </a:spcAft>
              <a:buClr>
                <a:schemeClr val="bg2"/>
              </a:buClr>
            </a:pPr>
            <a:endParaRPr lang="de-DE"/>
          </a:p>
        </p:txBody>
      </p:sp>
      <p:pic>
        <p:nvPicPr>
          <p:cNvPr id="25" name="Grafik 24">
            <a:extLst>
              <a:ext uri="{FF2B5EF4-FFF2-40B4-BE49-F238E27FC236}">
                <a16:creationId xmlns:a16="http://schemas.microsoft.com/office/drawing/2014/main" id="{50F55A0D-038C-A34F-B945-CDAD67635D0E}"/>
              </a:ext>
            </a:extLst>
          </p:cNvPr>
          <p:cNvPicPr>
            <a:picLocks noChangeAspect="1"/>
          </p:cNvPicPr>
          <p:nvPr/>
        </p:nvPicPr>
        <p:blipFill>
          <a:blip r:embed="rId4"/>
          <a:stretch>
            <a:fillRect/>
          </a:stretch>
        </p:blipFill>
        <p:spPr>
          <a:xfrm>
            <a:off x="815575" y="5025752"/>
            <a:ext cx="1750070" cy="1727576"/>
          </a:xfrm>
          <a:prstGeom prst="rect">
            <a:avLst/>
          </a:prstGeom>
        </p:spPr>
      </p:pic>
      <p:sp>
        <p:nvSpPr>
          <p:cNvPr id="65" name="Textfeld 64">
            <a:extLst>
              <a:ext uri="{FF2B5EF4-FFF2-40B4-BE49-F238E27FC236}">
                <a16:creationId xmlns:a16="http://schemas.microsoft.com/office/drawing/2014/main" id="{53FEF2B7-CA9B-B841-8CA7-7F6DBD8131E0}"/>
              </a:ext>
            </a:extLst>
          </p:cNvPr>
          <p:cNvSpPr txBox="1"/>
          <p:nvPr/>
        </p:nvSpPr>
        <p:spPr bwMode="gray">
          <a:xfrm>
            <a:off x="3333751" y="4809728"/>
            <a:ext cx="9217024" cy="504056"/>
          </a:xfrm>
          <a:prstGeom prst="rect">
            <a:avLst/>
          </a:prstGeom>
          <a:noFill/>
        </p:spPr>
        <p:txBody>
          <a:bodyPr wrap="square" lIns="0" tIns="0" rIns="0" bIns="0" rtlCol="0">
            <a:noAutofit/>
          </a:bodyPr>
          <a:lstStyle/>
          <a:p>
            <a:pPr algn="l">
              <a:spcBef>
                <a:spcPts val="500"/>
              </a:spcBef>
              <a:spcAft>
                <a:spcPts val="500"/>
              </a:spcAft>
              <a:buClr>
                <a:schemeClr val="bg2"/>
              </a:buClr>
            </a:pPr>
            <a:r>
              <a:rPr lang="de-DE" sz="2000" dirty="0"/>
              <a:t>DATEV eG</a:t>
            </a:r>
          </a:p>
          <a:p>
            <a:pPr marL="800100" lvl="1" indent="-342900">
              <a:spcBef>
                <a:spcPts val="500"/>
              </a:spcBef>
              <a:spcAft>
                <a:spcPts val="500"/>
              </a:spcAft>
              <a:buClr>
                <a:schemeClr val="bg2"/>
              </a:buClr>
              <a:buFont typeface="Arial" panose="020B0604020202020204" pitchFamily="34" charset="0"/>
              <a:buChar char="•"/>
            </a:pPr>
            <a:r>
              <a:rPr lang="de-DE" sz="2000" dirty="0"/>
              <a:t>Software company and IT service provider for tax consultants, auditors, lawyers, and their clients </a:t>
            </a:r>
          </a:p>
          <a:p>
            <a:pPr marL="800100" lvl="1" indent="-342900">
              <a:spcBef>
                <a:spcPts val="500"/>
              </a:spcBef>
              <a:spcAft>
                <a:spcPts val="500"/>
              </a:spcAft>
              <a:buClr>
                <a:schemeClr val="bg2"/>
              </a:buClr>
              <a:buFont typeface="Arial" panose="020B0604020202020204" pitchFamily="34" charset="0"/>
              <a:buChar char="•"/>
            </a:pPr>
            <a:r>
              <a:rPr lang="de-DE" sz="2000" dirty="0"/>
              <a:t>Software solutions for the automation of processes in financial accounting </a:t>
            </a:r>
          </a:p>
          <a:p>
            <a:pPr marL="800100" lvl="1" indent="-342900">
              <a:spcBef>
                <a:spcPts val="500"/>
              </a:spcBef>
              <a:spcAft>
                <a:spcPts val="500"/>
              </a:spcAft>
              <a:buClr>
                <a:schemeClr val="bg2"/>
              </a:buClr>
              <a:buFont typeface="Arial" panose="020B0604020202020204" pitchFamily="34" charset="0"/>
              <a:buChar char="•"/>
            </a:pPr>
            <a:r>
              <a:rPr lang="de-DE" sz="2000" dirty="0"/>
              <a:t>third largest provider of business software in Germany and among the largest European IT service providers </a:t>
            </a:r>
          </a:p>
        </p:txBody>
      </p:sp>
    </p:spTree>
    <p:extLst>
      <p:ext uri="{BB962C8B-B14F-4D97-AF65-F5344CB8AC3E}">
        <p14:creationId xmlns:p14="http://schemas.microsoft.com/office/powerpoint/2010/main" val="203930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a:xfrm>
            <a:off x="454025" y="0"/>
            <a:ext cx="9000703" cy="1425575"/>
          </a:xfrm>
        </p:spPr>
        <p:txBody>
          <a:bodyPr/>
          <a:lstStyle/>
          <a:p>
            <a:r>
              <a:rPr lang="de-DE"/>
              <a:t>AI Office: Exploiting opportunities through AI</a:t>
            </a:r>
            <a:br>
              <a:rPr lang="de-DE"/>
            </a:br>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3</a:t>
            </a:fld>
            <a:endParaRPr lang="de-DE" dirty="0"/>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38" name="Textfeld 37">
            <a:extLst>
              <a:ext uri="{FF2B5EF4-FFF2-40B4-BE49-F238E27FC236}">
                <a16:creationId xmlns:a16="http://schemas.microsoft.com/office/drawing/2014/main" id="{9B86CBC4-6875-E24B-BE54-C884E77630AC}"/>
              </a:ext>
            </a:extLst>
          </p:cNvPr>
          <p:cNvSpPr txBox="1"/>
          <p:nvPr/>
        </p:nvSpPr>
        <p:spPr bwMode="gray">
          <a:xfrm>
            <a:off x="3939372" y="7107645"/>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dirty="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11" name="Rechteck 10">
            <a:extLst>
              <a:ext uri="{FF2B5EF4-FFF2-40B4-BE49-F238E27FC236}">
                <a16:creationId xmlns:a16="http://schemas.microsoft.com/office/drawing/2014/main" id="{FA752375-B148-BA46-9B78-4E2CF4E0B9ED}"/>
              </a:ext>
            </a:extLst>
          </p:cNvPr>
          <p:cNvSpPr/>
          <p:nvPr/>
        </p:nvSpPr>
        <p:spPr>
          <a:xfrm>
            <a:off x="1652954" y="1465763"/>
            <a:ext cx="9249733" cy="967701"/>
          </a:xfrm>
          <a:prstGeom prst="rect">
            <a:avLst/>
          </a:prstGeom>
        </p:spPr>
        <p:txBody>
          <a:bodyPr wrap="square">
            <a:spAutoFit/>
          </a:bodyPr>
          <a:lstStyle/>
          <a:p>
            <a:pPr defTabSz="650251">
              <a:lnSpc>
                <a:spcPct val="150000"/>
              </a:lnSpc>
            </a:pPr>
            <a:r>
              <a:rPr lang="de-DE" sz="2000">
                <a:latin typeface="Compatil DATEV"/>
              </a:rPr>
              <a:t>…</a:t>
            </a:r>
            <a:r>
              <a:rPr lang="de-DE" sz="2000" b="1">
                <a:latin typeface="Compatil DATEV"/>
              </a:rPr>
              <a:t> </a:t>
            </a:r>
            <a:r>
              <a:rPr lang="de-DE" sz="2000">
                <a:latin typeface="Compatil DATEV"/>
              </a:rPr>
              <a:t>jointly creating </a:t>
            </a:r>
            <a:r>
              <a:rPr lang="de-DE" sz="2000" b="1">
                <a:latin typeface="Compatil DATEV"/>
              </a:rPr>
              <a:t>added value for DATEV customers</a:t>
            </a:r>
            <a:r>
              <a:rPr lang="de-DE" sz="2000">
                <a:latin typeface="Compatil DATEV"/>
              </a:rPr>
              <a:t> through the use of </a:t>
            </a:r>
            <a:r>
              <a:rPr lang="de-DE" sz="2000" b="1">
                <a:latin typeface="Compatil DATEV"/>
              </a:rPr>
              <a:t>artificial intelligence/machine learning</a:t>
            </a:r>
            <a:r>
              <a:rPr lang="de-DE" sz="2000">
                <a:latin typeface="Compatil DATEV"/>
              </a:rPr>
              <a:t>.</a:t>
            </a:r>
          </a:p>
        </p:txBody>
      </p:sp>
      <p:sp>
        <p:nvSpPr>
          <p:cNvPr id="12" name="Rechteck 11">
            <a:extLst>
              <a:ext uri="{FF2B5EF4-FFF2-40B4-BE49-F238E27FC236}">
                <a16:creationId xmlns:a16="http://schemas.microsoft.com/office/drawing/2014/main" id="{EA1D8CA7-EAFB-7044-A997-A3B8B64ABFAC}"/>
              </a:ext>
            </a:extLst>
          </p:cNvPr>
          <p:cNvSpPr/>
          <p:nvPr/>
        </p:nvSpPr>
        <p:spPr>
          <a:xfrm>
            <a:off x="3528645" y="2906867"/>
            <a:ext cx="8457564" cy="900000"/>
          </a:xfrm>
          <a:prstGeom prst="rect">
            <a:avLst/>
          </a:prstGeom>
          <a:solidFill>
            <a:srgbClr val="071143">
              <a:alpha val="89804"/>
            </a:srgbClr>
          </a:solidFill>
          <a:ln>
            <a:noFill/>
          </a:ln>
          <a:effectLst/>
        </p:spPr>
        <p:txBody>
          <a:bodyPr lIns="360000" rIns="65024" anchor="ctr" anchorCtr="0"/>
          <a:lstStyle/>
          <a:p>
            <a:pPr defTabSz="650251">
              <a:spcAft>
                <a:spcPts val="600"/>
              </a:spcAft>
              <a:defRPr/>
            </a:pPr>
            <a: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t>AI Office Team: First point of contact on the topic of AI</a:t>
            </a:r>
          </a:p>
        </p:txBody>
      </p:sp>
      <p:sp>
        <p:nvSpPr>
          <p:cNvPr id="13" name="Rechteck 12">
            <a:extLst>
              <a:ext uri="{FF2B5EF4-FFF2-40B4-BE49-F238E27FC236}">
                <a16:creationId xmlns:a16="http://schemas.microsoft.com/office/drawing/2014/main" id="{B16D88A6-9A61-EC4A-B668-0CD314DC646E}"/>
              </a:ext>
            </a:extLst>
          </p:cNvPr>
          <p:cNvSpPr/>
          <p:nvPr/>
        </p:nvSpPr>
        <p:spPr>
          <a:xfrm>
            <a:off x="3528646" y="3900477"/>
            <a:ext cx="8457563" cy="900000"/>
          </a:xfrm>
          <a:prstGeom prst="rect">
            <a:avLst/>
          </a:prstGeom>
          <a:solidFill>
            <a:srgbClr val="071143">
              <a:alpha val="89804"/>
            </a:srgbClr>
          </a:solidFill>
          <a:ln>
            <a:noFill/>
          </a:ln>
          <a:effectLst/>
        </p:spPr>
        <p:txBody>
          <a:bodyPr lIns="360000" rIns="65024" anchor="ctr" anchorCtr="0"/>
          <a:lstStyle/>
          <a:p>
            <a:pPr defTabSz="650251">
              <a:defRPr/>
            </a:pPr>
            <a: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t>From start-up support to own empowerment</a:t>
            </a:r>
          </a:p>
        </p:txBody>
      </p:sp>
      <p:sp>
        <p:nvSpPr>
          <p:cNvPr id="14" name="Rechteck 13">
            <a:extLst>
              <a:ext uri="{FF2B5EF4-FFF2-40B4-BE49-F238E27FC236}">
                <a16:creationId xmlns:a16="http://schemas.microsoft.com/office/drawing/2014/main" id="{84597793-124F-6B49-B63B-EA60BF2271AA}"/>
              </a:ext>
            </a:extLst>
          </p:cNvPr>
          <p:cNvSpPr/>
          <p:nvPr/>
        </p:nvSpPr>
        <p:spPr>
          <a:xfrm>
            <a:off x="1009164" y="4904966"/>
            <a:ext cx="2425621" cy="900000"/>
          </a:xfrm>
          <a:prstGeom prst="rect">
            <a:avLst/>
          </a:prstGeom>
          <a:solidFill>
            <a:srgbClr val="071143">
              <a:alpha val="89804"/>
            </a:srgbClr>
          </a:solidFill>
          <a:ln>
            <a:noFill/>
          </a:ln>
          <a:effectLst/>
        </p:spPr>
        <p:txBody>
          <a:bodyPr lIns="360000" rIns="36000" numCol="1" anchor="ctr" anchorCtr="0"/>
          <a:lstStyle/>
          <a:p>
            <a:pPr defTabSz="650251">
              <a:defRPr/>
            </a:pPr>
            <a: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t>GOVERNANCE</a:t>
            </a:r>
            <a:b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br>
            <a: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t>AI@DATEV</a:t>
            </a:r>
          </a:p>
        </p:txBody>
      </p:sp>
      <p:sp>
        <p:nvSpPr>
          <p:cNvPr id="15" name="Rechteck 14">
            <a:extLst>
              <a:ext uri="{FF2B5EF4-FFF2-40B4-BE49-F238E27FC236}">
                <a16:creationId xmlns:a16="http://schemas.microsoft.com/office/drawing/2014/main" id="{24B6C97B-E4D7-F44F-A2C0-2B5E6F0C3F70}"/>
              </a:ext>
            </a:extLst>
          </p:cNvPr>
          <p:cNvSpPr/>
          <p:nvPr/>
        </p:nvSpPr>
        <p:spPr>
          <a:xfrm>
            <a:off x="3528646" y="4904966"/>
            <a:ext cx="8466989" cy="900000"/>
          </a:xfrm>
          <a:prstGeom prst="rect">
            <a:avLst/>
          </a:prstGeom>
          <a:solidFill>
            <a:srgbClr val="071143">
              <a:alpha val="89804"/>
            </a:srgbClr>
          </a:solidFill>
          <a:ln>
            <a:noFill/>
          </a:ln>
          <a:effectLst/>
        </p:spPr>
        <p:txBody>
          <a:bodyPr lIns="360000" rIns="65024" numCol="1" anchor="ctr" anchorCtr="0"/>
          <a:lstStyle/>
          <a:p>
            <a:pPr defTabSz="650251">
              <a:defRPr/>
            </a:pPr>
            <a: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t>Support for the AI value creation process</a:t>
            </a:r>
          </a:p>
        </p:txBody>
      </p:sp>
      <p:grpSp>
        <p:nvGrpSpPr>
          <p:cNvPr id="16" name="Gruppieren 15">
            <a:extLst>
              <a:ext uri="{FF2B5EF4-FFF2-40B4-BE49-F238E27FC236}">
                <a16:creationId xmlns:a16="http://schemas.microsoft.com/office/drawing/2014/main" id="{B61C450C-0A06-4245-84E2-9A08B80730E1}"/>
              </a:ext>
            </a:extLst>
          </p:cNvPr>
          <p:cNvGrpSpPr/>
          <p:nvPr/>
        </p:nvGrpSpPr>
        <p:grpSpPr>
          <a:xfrm>
            <a:off x="253847" y="4899796"/>
            <a:ext cx="900000" cy="900000"/>
            <a:chOff x="7300612" y="3294018"/>
            <a:chExt cx="900000" cy="900000"/>
          </a:xfrm>
        </p:grpSpPr>
        <p:sp>
          <p:nvSpPr>
            <p:cNvPr id="17" name="Ellipse 14">
              <a:extLst>
                <a:ext uri="{FF2B5EF4-FFF2-40B4-BE49-F238E27FC236}">
                  <a16:creationId xmlns:a16="http://schemas.microsoft.com/office/drawing/2014/main" id="{3084E5A5-BA38-8D4F-84C8-1D3FF0CFE91E}"/>
                </a:ext>
              </a:extLst>
            </p:cNvPr>
            <p:cNvSpPr/>
            <p:nvPr/>
          </p:nvSpPr>
          <p:spPr>
            <a:xfrm>
              <a:off x="7300612" y="3294018"/>
              <a:ext cx="900000" cy="900000"/>
            </a:xfrm>
            <a:prstGeom prst="ellipse">
              <a:avLst/>
            </a:prstGeom>
            <a:solidFill>
              <a:schemeClr val="bg1"/>
            </a:solidFill>
            <a:ln w="25400">
              <a:solidFill>
                <a:srgbClr val="A89D72"/>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p>
          </p:txBody>
        </p:sp>
        <p:pic>
          <p:nvPicPr>
            <p:cNvPr id="18" name="Grafik 17" descr="Abakus mit einfarbiger Füllung">
              <a:extLst>
                <a:ext uri="{FF2B5EF4-FFF2-40B4-BE49-F238E27FC236}">
                  <a16:creationId xmlns:a16="http://schemas.microsoft.com/office/drawing/2014/main" id="{09A2E6E4-B104-424E-BA46-65B416636F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94473" y="3387879"/>
              <a:ext cx="712278" cy="712278"/>
            </a:xfrm>
            <a:prstGeom prst="rect">
              <a:avLst/>
            </a:prstGeom>
          </p:spPr>
        </p:pic>
      </p:grpSp>
      <p:sp>
        <p:nvSpPr>
          <p:cNvPr id="19" name="Rechteck 18">
            <a:extLst>
              <a:ext uri="{FF2B5EF4-FFF2-40B4-BE49-F238E27FC236}">
                <a16:creationId xmlns:a16="http://schemas.microsoft.com/office/drawing/2014/main" id="{0F7A6FC1-B732-9542-A56E-263C775DBE7B}"/>
              </a:ext>
            </a:extLst>
          </p:cNvPr>
          <p:cNvSpPr/>
          <p:nvPr/>
        </p:nvSpPr>
        <p:spPr>
          <a:xfrm>
            <a:off x="1009164" y="3900477"/>
            <a:ext cx="2425621" cy="900000"/>
          </a:xfrm>
          <a:prstGeom prst="rect">
            <a:avLst/>
          </a:prstGeom>
          <a:solidFill>
            <a:srgbClr val="071143">
              <a:alpha val="89804"/>
            </a:srgbClr>
          </a:solidFill>
          <a:ln>
            <a:noFill/>
          </a:ln>
          <a:effectLst/>
        </p:spPr>
        <p:txBody>
          <a:bodyPr lIns="360000" rIns="36000" numCol="1" anchor="ctr" anchorCtr="0"/>
          <a:lstStyle/>
          <a:p>
            <a:pPr defTabSz="650251">
              <a:defRPr/>
            </a:pPr>
            <a: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t>AI Use Cases</a:t>
            </a:r>
          </a:p>
        </p:txBody>
      </p:sp>
      <p:grpSp>
        <p:nvGrpSpPr>
          <p:cNvPr id="20" name="Gruppieren 19">
            <a:extLst>
              <a:ext uri="{FF2B5EF4-FFF2-40B4-BE49-F238E27FC236}">
                <a16:creationId xmlns:a16="http://schemas.microsoft.com/office/drawing/2014/main" id="{579E6AC9-864A-3D46-9531-D97B2A86AAB7}"/>
              </a:ext>
            </a:extLst>
          </p:cNvPr>
          <p:cNvGrpSpPr/>
          <p:nvPr/>
        </p:nvGrpSpPr>
        <p:grpSpPr>
          <a:xfrm>
            <a:off x="253847" y="3883595"/>
            <a:ext cx="900000" cy="900000"/>
            <a:chOff x="5122044" y="3286696"/>
            <a:chExt cx="900000" cy="900000"/>
          </a:xfrm>
        </p:grpSpPr>
        <p:sp>
          <p:nvSpPr>
            <p:cNvPr id="21" name="Ellipse 20">
              <a:extLst>
                <a:ext uri="{FF2B5EF4-FFF2-40B4-BE49-F238E27FC236}">
                  <a16:creationId xmlns:a16="http://schemas.microsoft.com/office/drawing/2014/main" id="{EE2CCB68-8A99-E14A-B3D5-E8BD0EDA6A14}"/>
                </a:ext>
              </a:extLst>
            </p:cNvPr>
            <p:cNvSpPr/>
            <p:nvPr/>
          </p:nvSpPr>
          <p:spPr>
            <a:xfrm>
              <a:off x="5122044" y="3286696"/>
              <a:ext cx="900000" cy="900000"/>
            </a:xfrm>
            <a:prstGeom prst="ellipse">
              <a:avLst/>
            </a:prstGeom>
            <a:solidFill>
              <a:schemeClr val="bg1"/>
            </a:solidFill>
            <a:ln w="25400">
              <a:solidFill>
                <a:srgbClr val="A89D72"/>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p>
          </p:txBody>
        </p:sp>
        <p:pic>
          <p:nvPicPr>
            <p:cNvPr id="22" name="Grafik 21" descr="Klemmbrett teilweise angekreuzt mit einfarbiger Füllung">
              <a:extLst>
                <a:ext uri="{FF2B5EF4-FFF2-40B4-BE49-F238E27FC236}">
                  <a16:creationId xmlns:a16="http://schemas.microsoft.com/office/drawing/2014/main" id="{1B178FE6-F3D0-0D4C-9CCD-3AA86145F3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76044" y="3340696"/>
              <a:ext cx="792000" cy="792000"/>
            </a:xfrm>
            <a:prstGeom prst="rect">
              <a:avLst/>
            </a:prstGeom>
          </p:spPr>
        </p:pic>
      </p:grpSp>
      <p:sp>
        <p:nvSpPr>
          <p:cNvPr id="23" name="Rechteck 22">
            <a:extLst>
              <a:ext uri="{FF2B5EF4-FFF2-40B4-BE49-F238E27FC236}">
                <a16:creationId xmlns:a16="http://schemas.microsoft.com/office/drawing/2014/main" id="{2B8A9655-0AB4-484F-805A-9F6CC061138D}"/>
              </a:ext>
            </a:extLst>
          </p:cNvPr>
          <p:cNvSpPr/>
          <p:nvPr/>
        </p:nvSpPr>
        <p:spPr>
          <a:xfrm>
            <a:off x="1009164" y="2906867"/>
            <a:ext cx="2425621" cy="900000"/>
          </a:xfrm>
          <a:prstGeom prst="rect">
            <a:avLst/>
          </a:prstGeom>
          <a:solidFill>
            <a:srgbClr val="071143">
              <a:alpha val="89804"/>
            </a:srgbClr>
          </a:solidFill>
          <a:ln>
            <a:noFill/>
          </a:ln>
          <a:effectLst/>
        </p:spPr>
        <p:txBody>
          <a:bodyPr lIns="360000" rIns="36000" numCol="1" anchor="ctr" anchorCtr="0"/>
          <a:lstStyle/>
          <a:p>
            <a:pPr defTabSz="650251">
              <a:defRPr/>
            </a:pPr>
            <a: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t>CONSULTING</a:t>
            </a:r>
          </a:p>
          <a:p>
            <a:pPr defTabSz="650251">
              <a:defRPr/>
            </a:pPr>
            <a:r>
              <a:rPr lang="de-DE" sz="2000" b="1">
                <a:gradFill>
                  <a:gsLst>
                    <a:gs pos="100000">
                      <a:srgbClr val="ACA279"/>
                    </a:gs>
                    <a:gs pos="3000">
                      <a:srgbClr val="ECE3C6"/>
                    </a:gs>
                  </a:gsLst>
                  <a:lin ang="10800000" scaled="1"/>
                </a:gradFill>
                <a:latin typeface="Segoe UI Light" panose="020B0502040204020203" pitchFamily="34" charset="0"/>
                <a:cs typeface="Segoe UI Light" panose="020B0502040204020203" pitchFamily="34" charset="0"/>
              </a:rPr>
              <a:t>KNOWLEDGE</a:t>
            </a:r>
          </a:p>
        </p:txBody>
      </p:sp>
      <p:grpSp>
        <p:nvGrpSpPr>
          <p:cNvPr id="24" name="Gruppieren 23">
            <a:extLst>
              <a:ext uri="{FF2B5EF4-FFF2-40B4-BE49-F238E27FC236}">
                <a16:creationId xmlns:a16="http://schemas.microsoft.com/office/drawing/2014/main" id="{C87EB93C-B624-1F40-89E6-8F2DA59F501F}"/>
              </a:ext>
            </a:extLst>
          </p:cNvPr>
          <p:cNvGrpSpPr/>
          <p:nvPr/>
        </p:nvGrpSpPr>
        <p:grpSpPr>
          <a:xfrm>
            <a:off x="253847" y="2896967"/>
            <a:ext cx="900000" cy="900000"/>
            <a:chOff x="290423" y="2838109"/>
            <a:chExt cx="900000" cy="900000"/>
          </a:xfrm>
        </p:grpSpPr>
        <p:sp>
          <p:nvSpPr>
            <p:cNvPr id="25" name="Ellipse 26">
              <a:extLst>
                <a:ext uri="{FF2B5EF4-FFF2-40B4-BE49-F238E27FC236}">
                  <a16:creationId xmlns:a16="http://schemas.microsoft.com/office/drawing/2014/main" id="{659785CD-A504-404F-B65A-6AA562F7B9E9}"/>
                </a:ext>
              </a:extLst>
            </p:cNvPr>
            <p:cNvSpPr/>
            <p:nvPr/>
          </p:nvSpPr>
          <p:spPr>
            <a:xfrm>
              <a:off x="290423" y="2838109"/>
              <a:ext cx="900000" cy="900000"/>
            </a:xfrm>
            <a:prstGeom prst="ellipse">
              <a:avLst/>
            </a:prstGeom>
            <a:solidFill>
              <a:schemeClr val="bg1"/>
            </a:solidFill>
            <a:ln w="25400">
              <a:solidFill>
                <a:srgbClr val="A89D72"/>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de-DE"/>
            </a:p>
          </p:txBody>
        </p:sp>
        <p:pic>
          <p:nvPicPr>
            <p:cNvPr id="26" name="Grafik 25" descr="Gruppenbrainstorming mit einfarbiger Füllung">
              <a:extLst>
                <a:ext uri="{FF2B5EF4-FFF2-40B4-BE49-F238E27FC236}">
                  <a16:creationId xmlns:a16="http://schemas.microsoft.com/office/drawing/2014/main" id="{34DB9519-A235-C741-AE34-E3D1E76C16F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6103" y="2867024"/>
              <a:ext cx="806633" cy="806633"/>
            </a:xfrm>
            <a:prstGeom prst="rect">
              <a:avLst/>
            </a:prstGeom>
          </p:spPr>
        </p:pic>
      </p:grpSp>
      <p:sp>
        <p:nvSpPr>
          <p:cNvPr id="27" name="Textfeld 26">
            <a:extLst>
              <a:ext uri="{FF2B5EF4-FFF2-40B4-BE49-F238E27FC236}">
                <a16:creationId xmlns:a16="http://schemas.microsoft.com/office/drawing/2014/main" id="{FDE5E200-7A76-A549-A069-7CA216BB55F5}"/>
              </a:ext>
            </a:extLst>
          </p:cNvPr>
          <p:cNvSpPr txBox="1"/>
          <p:nvPr/>
        </p:nvSpPr>
        <p:spPr>
          <a:xfrm>
            <a:off x="7631723" y="6981001"/>
            <a:ext cx="2051540" cy="276999"/>
          </a:xfrm>
          <a:prstGeom prst="rect">
            <a:avLst/>
          </a:prstGeom>
          <a:noFill/>
        </p:spPr>
        <p:txBody>
          <a:bodyPr wrap="square" rtlCol="0">
            <a:spAutoFit/>
          </a:bodyPr>
          <a:lstStyle/>
          <a:p>
            <a:r>
              <a:rPr lang="de-DE" sz="1200">
                <a:solidFill>
                  <a:schemeClr val="bg1">
                    <a:lumMod val="50000"/>
                  </a:schemeClr>
                </a:solidFill>
                <a:latin typeface="Segoe UI" panose="020B0502040204020203" pitchFamily="34" charset="0"/>
                <a:cs typeface="Segoe UI" panose="020B0502040204020203" pitchFamily="34" charset="0"/>
              </a:rPr>
              <a:t>#AI: </a:t>
            </a:r>
            <a:r>
              <a:rPr lang="de-DE" sz="1200" err="1">
                <a:solidFill>
                  <a:schemeClr val="bg1">
                    <a:lumMod val="50000"/>
                  </a:schemeClr>
                </a:solidFill>
                <a:latin typeface="Segoe UI" panose="020B0502040204020203" pitchFamily="34" charset="0"/>
                <a:cs typeface="Segoe UI" panose="020B0502040204020203" pitchFamily="34" charset="0"/>
              </a:rPr>
              <a:t>Artificial</a:t>
            </a:r>
            <a:r>
              <a:rPr lang="de-DE" sz="1200">
                <a:solidFill>
                  <a:schemeClr val="bg1">
                    <a:lumMod val="50000"/>
                  </a:schemeClr>
                </a:solidFill>
                <a:latin typeface="Segoe UI" panose="020B0502040204020203" pitchFamily="34" charset="0"/>
                <a:cs typeface="Segoe UI" panose="020B0502040204020203" pitchFamily="34" charset="0"/>
              </a:rPr>
              <a:t> </a:t>
            </a:r>
            <a:r>
              <a:rPr lang="de-DE" sz="1200" err="1">
                <a:solidFill>
                  <a:schemeClr val="bg1">
                    <a:lumMod val="50000"/>
                  </a:schemeClr>
                </a:solidFill>
                <a:latin typeface="Segoe UI" panose="020B0502040204020203" pitchFamily="34" charset="0"/>
                <a:cs typeface="Segoe UI" panose="020B0502040204020203" pitchFamily="34" charset="0"/>
              </a:rPr>
              <a:t>Intelligence</a:t>
            </a:r>
            <a:endParaRPr lang="de-DE" sz="1200">
              <a:solidFill>
                <a:schemeClr val="bg1">
                  <a:lumMod val="50000"/>
                </a:scheme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28082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CC3229-6296-A1B1-A721-BBB1645E66EC}"/>
              </a:ext>
            </a:extLst>
          </p:cNvPr>
          <p:cNvSpPr>
            <a:spLocks noGrp="1"/>
          </p:cNvSpPr>
          <p:nvPr>
            <p:ph type="title"/>
          </p:nvPr>
        </p:nvSpPr>
        <p:spPr/>
        <p:txBody>
          <a:bodyPr/>
          <a:lstStyle/>
          <a:p>
            <a:r>
              <a:rPr lang="de-DE"/>
              <a:t>Quiz</a:t>
            </a:r>
          </a:p>
        </p:txBody>
      </p:sp>
      <p:sp>
        <p:nvSpPr>
          <p:cNvPr id="3" name="Inhaltsplatzhalter 2">
            <a:extLst>
              <a:ext uri="{FF2B5EF4-FFF2-40B4-BE49-F238E27FC236}">
                <a16:creationId xmlns:a16="http://schemas.microsoft.com/office/drawing/2014/main" id="{26F97A54-44A4-267C-AEC5-0C478A026926}"/>
              </a:ext>
            </a:extLst>
          </p:cNvPr>
          <p:cNvSpPr>
            <a:spLocks noGrp="1"/>
          </p:cNvSpPr>
          <p:nvPr>
            <p:ph type="body" sz="quarter" idx="13"/>
          </p:nvPr>
        </p:nvSpPr>
        <p:spPr>
          <a:xfrm>
            <a:off x="885825" y="1065312"/>
            <a:ext cx="10945167" cy="4752975"/>
          </a:xfrm>
        </p:spPr>
        <p:txBody>
          <a:bodyPr>
            <a:noAutofit/>
          </a:bodyPr>
          <a:lstStyle/>
          <a:p>
            <a:r>
              <a:rPr lang="de-DE" b="1"/>
              <a:t>1. Was ist das Hauptziel von überwachtem Lernen?</a:t>
            </a:r>
            <a:br>
              <a:rPr lang="de-DE"/>
            </a:br>
            <a:r>
              <a:rPr lang="de-DE"/>
              <a:t>    A) Eine Funktion zu finden, die Eingaben auf Ausgaben abbildet</a:t>
            </a:r>
            <a:br>
              <a:rPr lang="de-DE"/>
            </a:br>
            <a:r>
              <a:rPr lang="de-DE"/>
              <a:t>    B) Automatisch neue Daten sammeln</a:t>
            </a:r>
            <a:br>
              <a:rPr lang="de-DE"/>
            </a:br>
            <a:r>
              <a:rPr lang="de-DE"/>
              <a:t>    C) Kausalzusammenhänge in Daten ohne Wissen zu erkennen</a:t>
            </a:r>
            <a:br>
              <a:rPr lang="de-DE"/>
            </a:br>
            <a:r>
              <a:rPr lang="de-DE"/>
              <a:t>    D) Zufällige Entscheidungen zu treffen</a:t>
            </a:r>
          </a:p>
          <a:p>
            <a:endParaRPr lang="de-DE"/>
          </a:p>
          <a:p>
            <a:pPr lvl="1"/>
            <a:r>
              <a:rPr lang="de-DE"/>
              <a:t>2. Ein Machine-Learning-Modell wird normalerweise optimiert, um …</a:t>
            </a:r>
            <a:br>
              <a:rPr lang="de-DE" b="0"/>
            </a:br>
            <a:r>
              <a:rPr lang="de-DE" b="0"/>
              <a:t>    A) seine Vorhersagen möglichst erklärbar zu machen</a:t>
            </a:r>
            <a:br>
              <a:rPr lang="de-DE" b="0"/>
            </a:br>
            <a:r>
              <a:rPr lang="de-DE" b="0"/>
              <a:t>    B) menschliche Entscheidungen exakt zu imitieren</a:t>
            </a:r>
            <a:br>
              <a:rPr lang="de-DE" b="0"/>
            </a:br>
            <a:r>
              <a:rPr lang="de-DE" b="0"/>
              <a:t>    C) einen Fehler- oder Kostenwert zu minimieren</a:t>
            </a:r>
            <a:br>
              <a:rPr lang="de-DE" b="0"/>
            </a:br>
            <a:r>
              <a:rPr lang="de-DE" b="0"/>
              <a:t>    D) Kausalgesetze zu entdecken</a:t>
            </a:r>
          </a:p>
          <a:p>
            <a:pPr lvl="1"/>
            <a:endParaRPr lang="de-DE" b="0">
              <a:sym typeface="Wingdings" pitchFamily="2" charset="2"/>
            </a:endParaRPr>
          </a:p>
          <a:p>
            <a:pPr lvl="1"/>
            <a:r>
              <a:rPr lang="de-DE"/>
              <a:t>3. Welche der folgenden Fähigkeiten besitzt ein klassisches ML-Modell NICHT automatisch?</a:t>
            </a:r>
            <a:br>
              <a:rPr lang="de-DE" b="0"/>
            </a:br>
            <a:r>
              <a:rPr lang="de-DE" b="0"/>
              <a:t>    A) Generalisieren auf neue Daten</a:t>
            </a:r>
            <a:br>
              <a:rPr lang="de-DE" b="0"/>
            </a:br>
            <a:r>
              <a:rPr lang="de-DE" b="0"/>
              <a:t>    B) Klassifizieren oder Vorhersagen berechnen</a:t>
            </a:r>
            <a:br>
              <a:rPr lang="de-DE" b="0"/>
            </a:br>
            <a:r>
              <a:rPr lang="de-DE" b="0"/>
              <a:t>    C) Gründe angeben, </a:t>
            </a:r>
            <a:r>
              <a:rPr lang="de-DE" b="0" i="1"/>
              <a:t>warum</a:t>
            </a:r>
            <a:r>
              <a:rPr lang="de-DE" b="0"/>
              <a:t> es eine Entscheidung trifft</a:t>
            </a:r>
            <a:br>
              <a:rPr lang="de-DE" b="0"/>
            </a:br>
            <a:r>
              <a:rPr lang="de-DE" b="0"/>
              <a:t>    D) Muster in Daten finden</a:t>
            </a:r>
          </a:p>
          <a:p>
            <a:pPr lvl="1"/>
            <a:endParaRPr lang="de-DE" b="0"/>
          </a:p>
          <a:p>
            <a:pPr lvl="1"/>
            <a:r>
              <a:rPr lang="de-DE"/>
              <a:t>4. Nenne ein Beispiel, in dem ein ML-Modell statistisch korrekte, aber sachlich falsche Schlüsse zieht.</a:t>
            </a:r>
            <a:br>
              <a:rPr lang="de-DE" b="0"/>
            </a:br>
            <a:endParaRPr lang="de-DE">
              <a:sym typeface="Wingdings" pitchFamily="2" charset="2"/>
            </a:endParaRPr>
          </a:p>
        </p:txBody>
      </p:sp>
      <p:sp>
        <p:nvSpPr>
          <p:cNvPr id="5" name="SmartArt-Platzhalter 4">
            <a:extLst>
              <a:ext uri="{FF2B5EF4-FFF2-40B4-BE49-F238E27FC236}">
                <a16:creationId xmlns:a16="http://schemas.microsoft.com/office/drawing/2014/main" id="{F22B0341-7136-FE4E-8292-C9F3E4496A8C}"/>
              </a:ext>
            </a:extLst>
          </p:cNvPr>
          <p:cNvSpPr>
            <a:spLocks noGrp="1"/>
          </p:cNvSpPr>
          <p:nvPr>
            <p:ph type="dgm" sz="quarter" idx="24"/>
          </p:nvPr>
        </p:nvSpPr>
        <p:spPr/>
      </p:sp>
      <p:sp>
        <p:nvSpPr>
          <p:cNvPr id="4" name="Textfeld 3">
            <a:extLst>
              <a:ext uri="{FF2B5EF4-FFF2-40B4-BE49-F238E27FC236}">
                <a16:creationId xmlns:a16="http://schemas.microsoft.com/office/drawing/2014/main" id="{FA0068B7-AC3E-824F-8FA7-73E9D06DAFCC}"/>
              </a:ext>
            </a:extLst>
          </p:cNvPr>
          <p:cNvSpPr txBox="1"/>
          <p:nvPr/>
        </p:nvSpPr>
        <p:spPr bwMode="gray">
          <a:xfrm>
            <a:off x="-2361235" y="3310359"/>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9" name="Foliennummernplatzhalter 4">
            <a:extLst>
              <a:ext uri="{FF2B5EF4-FFF2-40B4-BE49-F238E27FC236}">
                <a16:creationId xmlns:a16="http://schemas.microsoft.com/office/drawing/2014/main" id="{87C95F89-A821-074F-B2C4-4CE88CEF6621}"/>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4</a:t>
            </a:fld>
            <a:endParaRPr lang="de-DE" dirty="0"/>
          </a:p>
        </p:txBody>
      </p:sp>
      <p:sp>
        <p:nvSpPr>
          <p:cNvPr id="10" name="Rechteck 9">
            <a:extLst>
              <a:ext uri="{FF2B5EF4-FFF2-40B4-BE49-F238E27FC236}">
                <a16:creationId xmlns:a16="http://schemas.microsoft.com/office/drawing/2014/main" id="{8865B507-FC2C-F24E-A3B3-03A8BA987C98}"/>
              </a:ext>
            </a:extLst>
          </p:cNvPr>
          <p:cNvSpPr/>
          <p:nvPr/>
        </p:nvSpPr>
        <p:spPr bwMode="gray">
          <a:xfrm>
            <a:off x="1029792" y="1281337"/>
            <a:ext cx="5400600" cy="288032"/>
          </a:xfrm>
          <a:prstGeom prst="rect">
            <a:avLst/>
          </a:prstGeom>
          <a:solidFill>
            <a:schemeClr val="bg2">
              <a:alpha val="26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dirty="0" err="1"/>
          </a:p>
        </p:txBody>
      </p:sp>
      <p:sp>
        <p:nvSpPr>
          <p:cNvPr id="13" name="Textfeld 12">
            <a:extLst>
              <a:ext uri="{FF2B5EF4-FFF2-40B4-BE49-F238E27FC236}">
                <a16:creationId xmlns:a16="http://schemas.microsoft.com/office/drawing/2014/main" id="{B08740AF-B634-7D47-9B9C-03F83AE34A3A}"/>
              </a:ext>
            </a:extLst>
          </p:cNvPr>
          <p:cNvSpPr txBox="1"/>
          <p:nvPr/>
        </p:nvSpPr>
        <p:spPr bwMode="gray">
          <a:xfrm>
            <a:off x="2665927" y="6709893"/>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14" name="Rechteck 13">
            <a:extLst>
              <a:ext uri="{FF2B5EF4-FFF2-40B4-BE49-F238E27FC236}">
                <a16:creationId xmlns:a16="http://schemas.microsoft.com/office/drawing/2014/main" id="{57D969F9-A222-BD41-849F-86A04D1518A8}"/>
              </a:ext>
            </a:extLst>
          </p:cNvPr>
          <p:cNvSpPr/>
          <p:nvPr/>
        </p:nvSpPr>
        <p:spPr bwMode="gray">
          <a:xfrm>
            <a:off x="1029792" y="3477915"/>
            <a:ext cx="5400600" cy="288032"/>
          </a:xfrm>
          <a:prstGeom prst="rect">
            <a:avLst/>
          </a:prstGeom>
          <a:solidFill>
            <a:schemeClr val="bg2">
              <a:alpha val="26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dirty="0" err="1"/>
          </a:p>
        </p:txBody>
      </p:sp>
      <p:sp>
        <p:nvSpPr>
          <p:cNvPr id="15" name="Rechteck 14">
            <a:extLst>
              <a:ext uri="{FF2B5EF4-FFF2-40B4-BE49-F238E27FC236}">
                <a16:creationId xmlns:a16="http://schemas.microsoft.com/office/drawing/2014/main" id="{A5776517-FDC9-3A4D-9B5D-139A1A44BA8D}"/>
              </a:ext>
            </a:extLst>
          </p:cNvPr>
          <p:cNvSpPr/>
          <p:nvPr/>
        </p:nvSpPr>
        <p:spPr bwMode="gray">
          <a:xfrm>
            <a:off x="1029792" y="5241776"/>
            <a:ext cx="5400600" cy="216024"/>
          </a:xfrm>
          <a:prstGeom prst="rect">
            <a:avLst/>
          </a:prstGeom>
          <a:solidFill>
            <a:schemeClr val="bg2">
              <a:alpha val="26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dirty="0" err="1"/>
          </a:p>
        </p:txBody>
      </p:sp>
    </p:spTree>
    <p:extLst>
      <p:ext uri="{BB962C8B-B14F-4D97-AF65-F5344CB8AC3E}">
        <p14:creationId xmlns:p14="http://schemas.microsoft.com/office/powerpoint/2010/main" val="78754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194182-0BFA-A748-AE2A-9A8CD4D6EB54}"/>
              </a:ext>
            </a:extLst>
          </p:cNvPr>
          <p:cNvSpPr>
            <a:spLocks noGrp="1"/>
          </p:cNvSpPr>
          <p:nvPr>
            <p:ph type="title"/>
          </p:nvPr>
        </p:nvSpPr>
        <p:spPr>
          <a:xfrm>
            <a:off x="1750191" y="3081536"/>
            <a:ext cx="8640000" cy="1425575"/>
          </a:xfrm>
        </p:spPr>
        <p:txBody>
          <a:bodyPr/>
          <a:lstStyle/>
          <a:p>
            <a:pPr algn="ctr"/>
            <a:r>
              <a:rPr lang="de-DE"/>
              <a:t>Maschinelles Lernen: </a:t>
            </a:r>
            <a:br>
              <a:rPr lang="de-DE"/>
            </a:br>
            <a:r>
              <a:rPr lang="de-DE"/>
              <a:t>Grundlegendes Verständnis und  Anwendungsszenarien</a:t>
            </a:r>
          </a:p>
        </p:txBody>
      </p:sp>
      <p:sp>
        <p:nvSpPr>
          <p:cNvPr id="5" name="Foliennummernplatzhalter 4">
            <a:extLst>
              <a:ext uri="{FF2B5EF4-FFF2-40B4-BE49-F238E27FC236}">
                <a16:creationId xmlns:a16="http://schemas.microsoft.com/office/drawing/2014/main" id="{5763F4BE-8D75-E846-905C-CF4B261883D3}"/>
              </a:ext>
            </a:extLst>
          </p:cNvPr>
          <p:cNvSpPr>
            <a:spLocks noGrp="1"/>
          </p:cNvSpPr>
          <p:nvPr>
            <p:ph type="sldNum" sz="quarter" idx="12"/>
          </p:nvPr>
        </p:nvSpPr>
        <p:spPr/>
        <p:txBody>
          <a:bodyPr/>
          <a:lstStyle/>
          <a:p>
            <a:fld id="{D612FFA8-16F3-4D16-935C-858579C7B661}" type="slidenum">
              <a:rPr lang="de-DE" smtClean="0"/>
              <a:pPr/>
              <a:t>5</a:t>
            </a:fld>
            <a:endParaRPr lang="de-DE"/>
          </a:p>
        </p:txBody>
      </p:sp>
      <p:pic>
        <p:nvPicPr>
          <p:cNvPr id="7" name="Grafik 6">
            <a:extLst>
              <a:ext uri="{FF2B5EF4-FFF2-40B4-BE49-F238E27FC236}">
                <a16:creationId xmlns:a16="http://schemas.microsoft.com/office/drawing/2014/main" id="{D6ADE48E-D684-1B40-9174-F899B142C909}"/>
              </a:ext>
            </a:extLst>
          </p:cNvPr>
          <p:cNvPicPr>
            <a:picLocks noChangeAspect="1"/>
          </p:cNvPicPr>
          <p:nvPr/>
        </p:nvPicPr>
        <p:blipFill>
          <a:blip r:embed="rId3"/>
          <a:stretch>
            <a:fillRect/>
          </a:stretch>
        </p:blipFill>
        <p:spPr>
          <a:xfrm>
            <a:off x="8884867" y="415429"/>
            <a:ext cx="2153816" cy="2153816"/>
          </a:xfrm>
          <a:prstGeom prst="rect">
            <a:avLst/>
          </a:prstGeom>
        </p:spPr>
      </p:pic>
    </p:spTree>
    <p:extLst>
      <p:ext uri="{BB962C8B-B14F-4D97-AF65-F5344CB8AC3E}">
        <p14:creationId xmlns:p14="http://schemas.microsoft.com/office/powerpoint/2010/main" val="3375029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de-DE"/>
              <a:t>Formal: Maschinelles Lernen</a:t>
            </a:r>
          </a:p>
        </p:txBody>
      </p:sp>
      <p:sp>
        <p:nvSpPr>
          <p:cNvPr id="3" name="Datumsplatzhalter 2">
            <a:extLst>
              <a:ext uri="{FF2B5EF4-FFF2-40B4-BE49-F238E27FC236}">
                <a16:creationId xmlns:a16="http://schemas.microsoft.com/office/drawing/2014/main" id="{E1AEE98F-7798-184A-94A1-9E7F319DFA56}"/>
              </a:ext>
            </a:extLst>
          </p:cNvPr>
          <p:cNvSpPr>
            <a:spLocks noGrp="1"/>
          </p:cNvSpPr>
          <p:nvPr>
            <p:ph type="dt" sz="half" idx="10"/>
          </p:nvPr>
        </p:nvSpPr>
        <p:spPr>
          <a:xfrm>
            <a:off x="10390191" y="7041976"/>
            <a:ext cx="1296984" cy="236219"/>
          </a:xfrm>
        </p:spPr>
        <p:txBody>
          <a:bodyPr/>
          <a:lstStyle/>
          <a:p>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6</a:t>
            </a:fld>
            <a:endParaRPr lang="de-DE" dirty="0"/>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38" name="Textfeld 37">
            <a:extLst>
              <a:ext uri="{FF2B5EF4-FFF2-40B4-BE49-F238E27FC236}">
                <a16:creationId xmlns:a16="http://schemas.microsoft.com/office/drawing/2014/main" id="{9B86CBC4-6875-E24B-BE54-C884E77630AC}"/>
              </a:ext>
            </a:extLst>
          </p:cNvPr>
          <p:cNvSpPr txBox="1"/>
          <p:nvPr/>
        </p:nvSpPr>
        <p:spPr bwMode="gray">
          <a:xfrm>
            <a:off x="3498504" y="7043049"/>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dirty="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9" name="Textfeld 8">
            <a:extLst>
              <a:ext uri="{FF2B5EF4-FFF2-40B4-BE49-F238E27FC236}">
                <a16:creationId xmlns:a16="http://schemas.microsoft.com/office/drawing/2014/main" id="{326E917A-409D-B944-A915-7F82A8AB99D6}"/>
              </a:ext>
            </a:extLst>
          </p:cNvPr>
          <p:cNvSpPr txBox="1"/>
          <p:nvPr/>
        </p:nvSpPr>
        <p:spPr bwMode="gray">
          <a:xfrm>
            <a:off x="9742760" y="1713384"/>
            <a:ext cx="2808015" cy="4608512"/>
          </a:xfrm>
          <a:prstGeom prst="rect">
            <a:avLst/>
          </a:prstGeom>
          <a:noFill/>
        </p:spPr>
        <p:txBody>
          <a:bodyPr wrap="square" lIns="0" tIns="0" rIns="0" bIns="0" rtlCol="0">
            <a:noAutofit/>
          </a:bodyPr>
          <a:lstStyle/>
          <a:p>
            <a:pPr marL="0" indent="0" algn="l">
              <a:spcBef>
                <a:spcPts val="500"/>
              </a:spcBef>
              <a:spcAft>
                <a:spcPts val="500"/>
              </a:spcAft>
              <a:buClr>
                <a:schemeClr val="bg2"/>
              </a:buClr>
              <a:buFont typeface="Wingdings" panose="05000000000000000000" pitchFamily="2" charset="2"/>
              <a:buNone/>
            </a:pPr>
            <a:r>
              <a:rPr lang="de-DE" sz="1600" dirty="0"/>
              <a:t>-möglich für unterschiedliche Modalitäten (Text, Bild, Tabelle,...)</a:t>
            </a:r>
          </a:p>
          <a:p>
            <a:pPr marL="0" indent="0" algn="l">
              <a:spcBef>
                <a:spcPts val="500"/>
              </a:spcBef>
              <a:spcAft>
                <a:spcPts val="500"/>
              </a:spcAft>
              <a:buClr>
                <a:schemeClr val="bg2"/>
              </a:buClr>
              <a:buFont typeface="Wingdings" panose="05000000000000000000" pitchFamily="2" charset="2"/>
              <a:buNone/>
            </a:pPr>
            <a:endParaRPr lang="de-DE" sz="1600" dirty="0"/>
          </a:p>
          <a:p>
            <a:pPr marL="0" indent="0" algn="l">
              <a:spcBef>
                <a:spcPts val="500"/>
              </a:spcBef>
              <a:spcAft>
                <a:spcPts val="500"/>
              </a:spcAft>
              <a:buClr>
                <a:schemeClr val="bg2"/>
              </a:buClr>
              <a:buFont typeface="Wingdings" panose="05000000000000000000" pitchFamily="2" charset="2"/>
              <a:buNone/>
            </a:pPr>
            <a:r>
              <a:rPr lang="de-DE" sz="1600" dirty="0"/>
              <a:t>-unterschiedlichste Ansätze mit unterschiedlichem Bias/Varianz</a:t>
            </a:r>
          </a:p>
          <a:p>
            <a:pPr marL="0" indent="0" algn="l">
              <a:spcBef>
                <a:spcPts val="500"/>
              </a:spcBef>
              <a:spcAft>
                <a:spcPts val="500"/>
              </a:spcAft>
              <a:buClr>
                <a:schemeClr val="bg2"/>
              </a:buClr>
              <a:buFont typeface="Wingdings" panose="05000000000000000000" pitchFamily="2" charset="2"/>
              <a:buNone/>
            </a:pPr>
            <a:endParaRPr lang="de-DE" sz="1600" dirty="0"/>
          </a:p>
          <a:p>
            <a:pPr marL="0" indent="0" algn="l">
              <a:spcBef>
                <a:spcPts val="500"/>
              </a:spcBef>
              <a:spcAft>
                <a:spcPts val="500"/>
              </a:spcAft>
              <a:buClr>
                <a:schemeClr val="bg2"/>
              </a:buClr>
              <a:buFont typeface="Wingdings" panose="05000000000000000000" pitchFamily="2" charset="2"/>
              <a:buNone/>
            </a:pPr>
            <a:r>
              <a:rPr lang="de-DE" sz="1600" dirty="0"/>
              <a:t>-klassische vs generative KI</a:t>
            </a:r>
          </a:p>
          <a:p>
            <a:pPr marL="0" indent="0" algn="l">
              <a:spcBef>
                <a:spcPts val="500"/>
              </a:spcBef>
              <a:spcAft>
                <a:spcPts val="500"/>
              </a:spcAft>
              <a:buClr>
                <a:schemeClr val="bg2"/>
              </a:buClr>
              <a:buFont typeface="Wingdings" panose="05000000000000000000" pitchFamily="2" charset="2"/>
              <a:buNone/>
            </a:pPr>
            <a:endParaRPr lang="de-DE" sz="1600" dirty="0"/>
          </a:p>
          <a:p>
            <a:pPr marL="0" indent="0" algn="l">
              <a:spcBef>
                <a:spcPts val="500"/>
              </a:spcBef>
              <a:spcAft>
                <a:spcPts val="500"/>
              </a:spcAft>
              <a:buClr>
                <a:schemeClr val="bg2"/>
              </a:buClr>
              <a:buFont typeface="Wingdings" panose="05000000000000000000" pitchFamily="2" charset="2"/>
              <a:buNone/>
            </a:pPr>
            <a:r>
              <a:rPr lang="de-DE" sz="1600" dirty="0"/>
              <a:t>-Interpretierbarkeit / Performance tradeoff</a:t>
            </a:r>
          </a:p>
        </p:txBody>
      </p:sp>
      <p:pic>
        <p:nvPicPr>
          <p:cNvPr id="10" name="Grafik 9">
            <a:extLst>
              <a:ext uri="{FF2B5EF4-FFF2-40B4-BE49-F238E27FC236}">
                <a16:creationId xmlns:a16="http://schemas.microsoft.com/office/drawing/2014/main" id="{460A4F19-D151-8F4E-A02F-2830380028C0}"/>
              </a:ext>
            </a:extLst>
          </p:cNvPr>
          <p:cNvPicPr>
            <a:picLocks noChangeAspect="1"/>
          </p:cNvPicPr>
          <p:nvPr/>
        </p:nvPicPr>
        <p:blipFill rotWithShape="1">
          <a:blip r:embed="rId3"/>
          <a:srcRect t="5707"/>
          <a:stretch/>
        </p:blipFill>
        <p:spPr>
          <a:xfrm>
            <a:off x="454025" y="874823"/>
            <a:ext cx="8640985" cy="5793116"/>
          </a:xfrm>
          <a:prstGeom prst="rect">
            <a:avLst/>
          </a:prstGeom>
        </p:spPr>
      </p:pic>
    </p:spTree>
    <p:extLst>
      <p:ext uri="{BB962C8B-B14F-4D97-AF65-F5344CB8AC3E}">
        <p14:creationId xmlns:p14="http://schemas.microsoft.com/office/powerpoint/2010/main" val="3769106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en-US"/>
              <a:t>KI </a:t>
            </a:r>
            <a:r>
              <a:rPr lang="en-US" err="1"/>
              <a:t>bei</a:t>
            </a:r>
            <a:r>
              <a:rPr lang="en-US"/>
              <a:t> DATEV: </a:t>
            </a:r>
            <a:r>
              <a:rPr lang="en-US" err="1"/>
              <a:t>Beispiele</a:t>
            </a:r>
            <a:r>
              <a:rPr lang="en-US"/>
              <a:t> </a:t>
            </a:r>
            <a:r>
              <a:rPr lang="de-DE"/>
              <a:t>mit entscheidungsrelevanten Daten – Business </a:t>
            </a:r>
            <a:r>
              <a:rPr lang="de-DE" err="1"/>
              <a:t>Intelligence</a:t>
            </a:r>
            <a:endParaRPr lang="de-DE"/>
          </a:p>
        </p:txBody>
      </p:sp>
      <p:sp>
        <p:nvSpPr>
          <p:cNvPr id="3" name="Datumsplatzhalter 2">
            <a:extLst>
              <a:ext uri="{FF2B5EF4-FFF2-40B4-BE49-F238E27FC236}">
                <a16:creationId xmlns:a16="http://schemas.microsoft.com/office/drawing/2014/main" id="{E1AEE98F-7798-184A-94A1-9E7F319DFA56}"/>
              </a:ext>
            </a:extLst>
          </p:cNvPr>
          <p:cNvSpPr>
            <a:spLocks noGrp="1"/>
          </p:cNvSpPr>
          <p:nvPr>
            <p:ph type="dt" sz="half" idx="10"/>
          </p:nvPr>
        </p:nvSpPr>
        <p:spPr>
          <a:xfrm>
            <a:off x="10390191" y="7041976"/>
            <a:ext cx="1296984" cy="236219"/>
          </a:xfrm>
        </p:spPr>
        <p:txBody>
          <a:bodyPr/>
          <a:lstStyle/>
          <a:p>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7</a:t>
            </a:fld>
            <a:endParaRPr lang="de-DE" dirty="0"/>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38" name="Textfeld 37">
            <a:extLst>
              <a:ext uri="{FF2B5EF4-FFF2-40B4-BE49-F238E27FC236}">
                <a16:creationId xmlns:a16="http://schemas.microsoft.com/office/drawing/2014/main" id="{9B86CBC4-6875-E24B-BE54-C884E77630AC}"/>
              </a:ext>
            </a:extLst>
          </p:cNvPr>
          <p:cNvSpPr txBox="1"/>
          <p:nvPr/>
        </p:nvSpPr>
        <p:spPr bwMode="gray">
          <a:xfrm>
            <a:off x="3498504" y="7043049"/>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dirty="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pic>
        <p:nvPicPr>
          <p:cNvPr id="7" name="Grafik 6">
            <a:extLst>
              <a:ext uri="{FF2B5EF4-FFF2-40B4-BE49-F238E27FC236}">
                <a16:creationId xmlns:a16="http://schemas.microsoft.com/office/drawing/2014/main" id="{D2D82CA8-6006-D744-B27E-152DACAE8A87}"/>
              </a:ext>
            </a:extLst>
          </p:cNvPr>
          <p:cNvPicPr>
            <a:picLocks noChangeAspect="1"/>
          </p:cNvPicPr>
          <p:nvPr/>
        </p:nvPicPr>
        <p:blipFill>
          <a:blip r:embed="rId3"/>
          <a:stretch>
            <a:fillRect/>
          </a:stretch>
        </p:blipFill>
        <p:spPr>
          <a:xfrm>
            <a:off x="650875" y="1373664"/>
            <a:ext cx="11684000" cy="5194300"/>
          </a:xfrm>
          <a:prstGeom prst="rect">
            <a:avLst/>
          </a:prstGeom>
        </p:spPr>
      </p:pic>
    </p:spTree>
    <p:extLst>
      <p:ext uri="{BB962C8B-B14F-4D97-AF65-F5344CB8AC3E}">
        <p14:creationId xmlns:p14="http://schemas.microsoft.com/office/powerpoint/2010/main" val="1157938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en-US" err="1"/>
              <a:t>Beispiele</a:t>
            </a:r>
            <a:r>
              <a:rPr lang="en-US"/>
              <a:t> für KI in DATEV-</a:t>
            </a:r>
            <a:r>
              <a:rPr lang="en-US" err="1"/>
              <a:t>Produkten</a:t>
            </a:r>
            <a:endParaRPr lang="de-DE"/>
          </a:p>
        </p:txBody>
      </p:sp>
      <p:sp>
        <p:nvSpPr>
          <p:cNvPr id="3" name="Datumsplatzhalter 2">
            <a:extLst>
              <a:ext uri="{FF2B5EF4-FFF2-40B4-BE49-F238E27FC236}">
                <a16:creationId xmlns:a16="http://schemas.microsoft.com/office/drawing/2014/main" id="{E1AEE98F-7798-184A-94A1-9E7F319DFA56}"/>
              </a:ext>
            </a:extLst>
          </p:cNvPr>
          <p:cNvSpPr>
            <a:spLocks noGrp="1"/>
          </p:cNvSpPr>
          <p:nvPr>
            <p:ph type="dt" sz="half" idx="10"/>
          </p:nvPr>
        </p:nvSpPr>
        <p:spPr>
          <a:xfrm>
            <a:off x="10390191" y="7041976"/>
            <a:ext cx="1296984" cy="236219"/>
          </a:xfrm>
        </p:spPr>
        <p:txBody>
          <a:bodyPr/>
          <a:lstStyle/>
          <a:p>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8</a:t>
            </a:fld>
            <a:endParaRPr lang="de-DE" dirty="0"/>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38" name="Textfeld 37">
            <a:extLst>
              <a:ext uri="{FF2B5EF4-FFF2-40B4-BE49-F238E27FC236}">
                <a16:creationId xmlns:a16="http://schemas.microsoft.com/office/drawing/2014/main" id="{9B86CBC4-6875-E24B-BE54-C884E77630AC}"/>
              </a:ext>
            </a:extLst>
          </p:cNvPr>
          <p:cNvSpPr txBox="1"/>
          <p:nvPr/>
        </p:nvSpPr>
        <p:spPr bwMode="gray">
          <a:xfrm>
            <a:off x="3498504" y="7043049"/>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dirty="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pic>
        <p:nvPicPr>
          <p:cNvPr id="7" name="Grafik 6">
            <a:extLst>
              <a:ext uri="{FF2B5EF4-FFF2-40B4-BE49-F238E27FC236}">
                <a16:creationId xmlns:a16="http://schemas.microsoft.com/office/drawing/2014/main" id="{35028340-F000-BB4C-BF82-300275D37CC7}"/>
              </a:ext>
            </a:extLst>
          </p:cNvPr>
          <p:cNvPicPr>
            <a:picLocks noChangeAspect="1"/>
          </p:cNvPicPr>
          <p:nvPr/>
        </p:nvPicPr>
        <p:blipFill>
          <a:blip r:embed="rId3"/>
          <a:stretch>
            <a:fillRect/>
          </a:stretch>
        </p:blipFill>
        <p:spPr>
          <a:xfrm>
            <a:off x="368300" y="901700"/>
            <a:ext cx="12268200" cy="5511800"/>
          </a:xfrm>
          <a:prstGeom prst="rect">
            <a:avLst/>
          </a:prstGeom>
        </p:spPr>
      </p:pic>
    </p:spTree>
    <p:extLst>
      <p:ext uri="{BB962C8B-B14F-4D97-AF65-F5344CB8AC3E}">
        <p14:creationId xmlns:p14="http://schemas.microsoft.com/office/powerpoint/2010/main" val="2111469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AF57D9-138E-280C-1DE2-832660253FB6}"/>
              </a:ext>
            </a:extLst>
          </p:cNvPr>
          <p:cNvSpPr>
            <a:spLocks noGrp="1"/>
          </p:cNvSpPr>
          <p:nvPr>
            <p:ph type="title"/>
          </p:nvPr>
        </p:nvSpPr>
        <p:spPr/>
        <p:txBody>
          <a:bodyPr/>
          <a:lstStyle/>
          <a:p>
            <a:r>
              <a:rPr lang="en-US" err="1"/>
              <a:t>Zusammenfassung</a:t>
            </a:r>
            <a:r>
              <a:rPr lang="en-US"/>
              <a:t> des status quo</a:t>
            </a:r>
            <a:endParaRPr lang="de-DE"/>
          </a:p>
        </p:txBody>
      </p:sp>
      <p:sp>
        <p:nvSpPr>
          <p:cNvPr id="4" name="Textplatzhalter 3">
            <a:extLst>
              <a:ext uri="{FF2B5EF4-FFF2-40B4-BE49-F238E27FC236}">
                <a16:creationId xmlns:a16="http://schemas.microsoft.com/office/drawing/2014/main" id="{DE7B622A-31E3-954A-DA9C-6996B475EC24}"/>
              </a:ext>
            </a:extLst>
          </p:cNvPr>
          <p:cNvSpPr>
            <a:spLocks noGrp="1"/>
          </p:cNvSpPr>
          <p:nvPr>
            <p:ph type="body" sz="quarter" idx="13"/>
          </p:nvPr>
        </p:nvSpPr>
        <p:spPr>
          <a:xfrm>
            <a:off x="885825" y="1130452"/>
            <a:ext cx="11731477" cy="4752975"/>
          </a:xfrm>
        </p:spPr>
        <p:txBody>
          <a:bodyPr vert="horz" lIns="0" tIns="0" rIns="0" bIns="0" rtlCol="0" anchor="t">
            <a:noAutofit/>
          </a:bodyPr>
          <a:lstStyle/>
          <a:p>
            <a:r>
              <a:rPr lang="en-US" b="1">
                <a:cs typeface="Segoe UI"/>
              </a:rPr>
              <a:t>Was tun </a:t>
            </a:r>
            <a:r>
              <a:rPr lang="en-US" b="1" err="1">
                <a:cs typeface="Segoe UI"/>
              </a:rPr>
              <a:t>wir</a:t>
            </a:r>
            <a:r>
              <a:rPr lang="en-US" b="1">
                <a:cs typeface="Segoe UI"/>
              </a:rPr>
              <a:t> </a:t>
            </a:r>
            <a:r>
              <a:rPr lang="en-US" b="1" err="1">
                <a:cs typeface="Segoe UI"/>
              </a:rPr>
              <a:t>gerade</a:t>
            </a:r>
            <a:r>
              <a:rPr lang="en-US" b="1">
                <a:cs typeface="Segoe UI"/>
              </a:rPr>
              <a:t> </a:t>
            </a:r>
            <a:r>
              <a:rPr lang="en-US" b="1" err="1">
                <a:cs typeface="Segoe UI"/>
              </a:rPr>
              <a:t>mit</a:t>
            </a:r>
            <a:r>
              <a:rPr lang="en-US" b="1">
                <a:cs typeface="Segoe UI"/>
              </a:rPr>
              <a:t> </a:t>
            </a:r>
            <a:r>
              <a:rPr lang="en-US" b="1" err="1">
                <a:cs typeface="Segoe UI"/>
              </a:rPr>
              <a:t>Hilfe</a:t>
            </a:r>
            <a:r>
              <a:rPr lang="en-US" b="1">
                <a:cs typeface="Segoe UI"/>
              </a:rPr>
              <a:t> von KI?</a:t>
            </a:r>
          </a:p>
          <a:p>
            <a:endParaRPr lang="en-US" b="1">
              <a:cs typeface="Segoe UI"/>
            </a:endParaRPr>
          </a:p>
          <a:p>
            <a:r>
              <a:rPr lang="en-US" u="sng" err="1">
                <a:cs typeface="Segoe UI"/>
              </a:rPr>
              <a:t>Nutzung</a:t>
            </a:r>
            <a:r>
              <a:rPr lang="en-US" u="sng">
                <a:cs typeface="Segoe UI"/>
              </a:rPr>
              <a:t> von </a:t>
            </a:r>
            <a:r>
              <a:rPr lang="en-US" u="sng" err="1">
                <a:cs typeface="Segoe UI"/>
              </a:rPr>
              <a:t>Maschinellen</a:t>
            </a:r>
            <a:r>
              <a:rPr lang="en-US" u="sng">
                <a:cs typeface="Segoe UI"/>
              </a:rPr>
              <a:t> </a:t>
            </a:r>
            <a:r>
              <a:rPr lang="en-US" u="sng" err="1">
                <a:cs typeface="Segoe UI"/>
              </a:rPr>
              <a:t>Lernansätzen</a:t>
            </a:r>
            <a:r>
              <a:rPr lang="en-US" u="sng">
                <a:cs typeface="Segoe UI"/>
              </a:rPr>
              <a:t> </a:t>
            </a:r>
            <a:r>
              <a:rPr lang="en-US" u="sng" err="1">
                <a:cs typeface="Segoe UI"/>
                <a:sym typeface="Wingdings" panose="05000000000000000000" pitchFamily="2" charset="2"/>
              </a:rPr>
              <a:t>zum</a:t>
            </a:r>
            <a:r>
              <a:rPr lang="en-US" u="sng">
                <a:cs typeface="Segoe UI"/>
                <a:sym typeface="Wingdings" panose="05000000000000000000" pitchFamily="2" charset="2"/>
              </a:rPr>
              <a:t> </a:t>
            </a:r>
            <a:r>
              <a:rPr lang="en-US" u="sng" err="1">
                <a:cs typeface="Segoe UI"/>
                <a:sym typeface="Wingdings" panose="05000000000000000000" pitchFamily="2" charset="2"/>
              </a:rPr>
              <a:t>Zwecke</a:t>
            </a:r>
            <a:r>
              <a:rPr lang="en-US">
                <a:cs typeface="Segoe UI"/>
                <a:sym typeface="Wingdings" panose="05000000000000000000" pitchFamily="2" charset="2"/>
              </a:rPr>
              <a:t>…</a:t>
            </a:r>
            <a:endParaRPr lang="en-US">
              <a:cs typeface="Segoe UI"/>
            </a:endParaRPr>
          </a:p>
          <a:p>
            <a:pPr marL="558900" lvl="2" indent="-342900">
              <a:buFont typeface="+mj-lt"/>
              <a:buAutoNum type="alphaLcPeriod"/>
            </a:pPr>
            <a:r>
              <a:rPr lang="en-US">
                <a:cs typeface="Segoe UI"/>
                <a:sym typeface="Wingdings" panose="05000000000000000000" pitchFamily="2" charset="2"/>
              </a:rPr>
              <a:t> …der </a:t>
            </a:r>
            <a:r>
              <a:rPr lang="en-US" b="1">
                <a:cs typeface="Segoe UI"/>
                <a:sym typeface="Wingdings" panose="05000000000000000000" pitchFamily="2" charset="2"/>
              </a:rPr>
              <a:t>Prognose der Zukunft </a:t>
            </a:r>
            <a:r>
              <a:rPr lang="en-US">
                <a:cs typeface="Segoe UI"/>
                <a:sym typeface="Wingdings" panose="05000000000000000000" pitchFamily="2" charset="2"/>
              </a:rPr>
              <a:t>auf Basis </a:t>
            </a:r>
            <a:r>
              <a:rPr lang="en-US" err="1">
                <a:cs typeface="Segoe UI"/>
                <a:sym typeface="Wingdings" panose="05000000000000000000" pitchFamily="2" charset="2"/>
              </a:rPr>
              <a:t>historischer</a:t>
            </a:r>
            <a:r>
              <a:rPr lang="en-US">
                <a:cs typeface="Segoe UI"/>
                <a:sym typeface="Wingdings" panose="05000000000000000000" pitchFamily="2" charset="2"/>
              </a:rPr>
              <a:t> </a:t>
            </a:r>
            <a:r>
              <a:rPr lang="en-US" err="1">
                <a:cs typeface="Segoe UI"/>
                <a:sym typeface="Wingdings" panose="05000000000000000000" pitchFamily="2" charset="2"/>
              </a:rPr>
              <a:t>Beispiele (supervised)</a:t>
            </a:r>
            <a:r>
              <a:rPr lang="en-US">
                <a:cs typeface="Segoe UI"/>
                <a:sym typeface="Wingdings" panose="05000000000000000000" pitchFamily="2" charset="2"/>
              </a:rPr>
              <a:t> </a:t>
            </a:r>
          </a:p>
          <a:p>
            <a:pPr marL="558900" lvl="2" indent="-342900">
              <a:buFont typeface="+mj-lt"/>
              <a:buAutoNum type="alphaLcPeriod"/>
            </a:pPr>
            <a:r>
              <a:rPr lang="en-US">
                <a:cs typeface="Segoe UI"/>
                <a:sym typeface="Wingdings" panose="05000000000000000000" pitchFamily="2" charset="2"/>
              </a:rPr>
              <a:t>…des </a:t>
            </a:r>
            <a:r>
              <a:rPr lang="en-US" b="1" err="1">
                <a:cs typeface="Segoe UI"/>
                <a:sym typeface="Wingdings" panose="05000000000000000000" pitchFamily="2" charset="2"/>
              </a:rPr>
              <a:t>Erkennens</a:t>
            </a:r>
            <a:r>
              <a:rPr lang="en-US" b="1">
                <a:cs typeface="Segoe UI"/>
                <a:sym typeface="Wingdings" panose="05000000000000000000" pitchFamily="2" charset="2"/>
              </a:rPr>
              <a:t> und des </a:t>
            </a:r>
            <a:r>
              <a:rPr lang="en-US" b="1" err="1">
                <a:cs typeface="Segoe UI"/>
                <a:sym typeface="Wingdings" panose="05000000000000000000" pitchFamily="2" charset="2"/>
              </a:rPr>
              <a:t>Ausnutzens</a:t>
            </a:r>
            <a:r>
              <a:rPr lang="en-US" b="1">
                <a:cs typeface="Segoe UI"/>
                <a:sym typeface="Wingdings" panose="05000000000000000000" pitchFamily="2" charset="2"/>
              </a:rPr>
              <a:t> von </a:t>
            </a:r>
            <a:r>
              <a:rPr lang="en-US" b="1" err="1">
                <a:cs typeface="Segoe UI"/>
                <a:sym typeface="Wingdings" panose="05000000000000000000" pitchFamily="2" charset="2"/>
              </a:rPr>
              <a:t>Mustern</a:t>
            </a:r>
            <a:r>
              <a:rPr lang="en-US">
                <a:cs typeface="Segoe UI"/>
                <a:sym typeface="Wingdings" panose="05000000000000000000" pitchFamily="2" charset="2"/>
              </a:rPr>
              <a:t> in Daten (unsupervised)</a:t>
            </a:r>
            <a:endParaRPr lang="en-US" b="1">
              <a:cs typeface="Segoe UI"/>
            </a:endParaRPr>
          </a:p>
          <a:p>
            <a:endParaRPr lang="en-US">
              <a:cs typeface="Segoe UI"/>
              <a:sym typeface="Wingdings" panose="05000000000000000000" pitchFamily="2" charset="2"/>
            </a:endParaRPr>
          </a:p>
          <a:p>
            <a:r>
              <a:rPr lang="en-US" u="sng" err="1">
                <a:cs typeface="Segoe UI"/>
                <a:sym typeface="Wingdings" panose="05000000000000000000" pitchFamily="2" charset="2"/>
              </a:rPr>
              <a:t>Funktionsweise</a:t>
            </a:r>
            <a:r>
              <a:rPr lang="en-US" u="sng">
                <a:cs typeface="Segoe UI"/>
                <a:sym typeface="Wingdings" panose="05000000000000000000" pitchFamily="2" charset="2"/>
              </a:rPr>
              <a:t> (</a:t>
            </a:r>
            <a:r>
              <a:rPr lang="en-US" u="sng" err="1">
                <a:cs typeface="Segoe UI"/>
                <a:sym typeface="Wingdings" panose="05000000000000000000" pitchFamily="2" charset="2"/>
              </a:rPr>
              <a:t>intuitiv</a:t>
            </a:r>
            <a:r>
              <a:rPr lang="en-US" u="sng">
                <a:cs typeface="Segoe UI"/>
                <a:sym typeface="Wingdings" panose="05000000000000000000" pitchFamily="2" charset="2"/>
              </a:rPr>
              <a:t>)</a:t>
            </a:r>
            <a:r>
              <a:rPr lang="en-US">
                <a:cs typeface="Segoe UI"/>
                <a:sym typeface="Wingdings" panose="05000000000000000000" pitchFamily="2" charset="2"/>
              </a:rPr>
              <a:t>: </a:t>
            </a:r>
          </a:p>
          <a:p>
            <a:pPr marL="558900" lvl="2" indent="-342900">
              <a:buFont typeface="+mj-lt"/>
              <a:buAutoNum type="alphaLcPeriod"/>
            </a:pPr>
            <a:r>
              <a:rPr lang="en-US" err="1">
                <a:cs typeface="Segoe UI"/>
                <a:sym typeface="Wingdings" panose="05000000000000000000" pitchFamily="2" charset="2"/>
              </a:rPr>
              <a:t>Ausnutzen</a:t>
            </a:r>
            <a:r>
              <a:rPr lang="en-US">
                <a:cs typeface="Segoe UI"/>
                <a:sym typeface="Wingdings" panose="05000000000000000000" pitchFamily="2" charset="2"/>
              </a:rPr>
              <a:t> von </a:t>
            </a:r>
            <a:r>
              <a:rPr lang="en-US" b="1" err="1">
                <a:cs typeface="Segoe UI"/>
                <a:sym typeface="Wingdings" panose="05000000000000000000" pitchFamily="2" charset="2"/>
              </a:rPr>
              <a:t>Beziehungen</a:t>
            </a:r>
            <a:r>
              <a:rPr lang="en-US" b="1">
                <a:cs typeface="Segoe UI"/>
                <a:sym typeface="Wingdings" panose="05000000000000000000" pitchFamily="2" charset="2"/>
              </a:rPr>
              <a:t> </a:t>
            </a:r>
            <a:r>
              <a:rPr lang="en-US" b="1" err="1">
                <a:cs typeface="Segoe UI"/>
                <a:sym typeface="Wingdings" panose="05000000000000000000" pitchFamily="2" charset="2"/>
              </a:rPr>
              <a:t>zwischen</a:t>
            </a:r>
            <a:r>
              <a:rPr lang="en-US" b="1">
                <a:cs typeface="Segoe UI"/>
                <a:sym typeface="Wingdings" panose="05000000000000000000" pitchFamily="2" charset="2"/>
              </a:rPr>
              <a:t> </a:t>
            </a:r>
            <a:r>
              <a:rPr lang="en-US" b="1" err="1">
                <a:cs typeface="Segoe UI"/>
                <a:sym typeface="Wingdings" panose="05000000000000000000" pitchFamily="2" charset="2"/>
              </a:rPr>
              <a:t>Merkmalen</a:t>
            </a:r>
            <a:r>
              <a:rPr lang="en-US" b="1">
                <a:cs typeface="Segoe UI"/>
                <a:sym typeface="Wingdings" panose="05000000000000000000" pitchFamily="2" charset="2"/>
              </a:rPr>
              <a:t> der </a:t>
            </a:r>
            <a:r>
              <a:rPr lang="en-US" b="1" err="1">
                <a:cs typeface="Segoe UI"/>
                <a:sym typeface="Wingdings" panose="05000000000000000000" pitchFamily="2" charset="2"/>
              </a:rPr>
              <a:t>Eingangsdaten</a:t>
            </a:r>
            <a:r>
              <a:rPr lang="en-US" b="1">
                <a:cs typeface="Segoe UI"/>
                <a:sym typeface="Wingdings" panose="05000000000000000000" pitchFamily="2" charset="2"/>
              </a:rPr>
              <a:t> (features) und </a:t>
            </a:r>
            <a:r>
              <a:rPr lang="en-US" b="1" err="1">
                <a:cs typeface="Segoe UI"/>
                <a:sym typeface="Wingdings" panose="05000000000000000000" pitchFamily="2" charset="2"/>
              </a:rPr>
              <a:t>Zielgrößen</a:t>
            </a:r>
            <a:r>
              <a:rPr lang="en-US" b="1">
                <a:cs typeface="Segoe UI"/>
                <a:sym typeface="Wingdings" panose="05000000000000000000" pitchFamily="2" charset="2"/>
              </a:rPr>
              <a:t> (targets) </a:t>
            </a:r>
            <a:endParaRPr lang="en-US">
              <a:cs typeface="Segoe UI"/>
              <a:sym typeface="Wingdings" panose="05000000000000000000" pitchFamily="2" charset="2"/>
            </a:endParaRPr>
          </a:p>
          <a:p>
            <a:pPr marL="558900" lvl="2" indent="-342900">
              <a:buFont typeface="+mj-lt"/>
              <a:buAutoNum type="alphaLcPeriod"/>
            </a:pPr>
            <a:r>
              <a:rPr lang="en-US" err="1">
                <a:cs typeface="Segoe UI"/>
                <a:sym typeface="Wingdings" panose="05000000000000000000" pitchFamily="2" charset="2"/>
              </a:rPr>
              <a:t>oder</a:t>
            </a:r>
            <a:r>
              <a:rPr lang="en-US">
                <a:cs typeface="Segoe UI"/>
                <a:sym typeface="Wingdings" panose="05000000000000000000" pitchFamily="2" charset="2"/>
              </a:rPr>
              <a:t> </a:t>
            </a:r>
            <a:r>
              <a:rPr lang="en-US" err="1">
                <a:cs typeface="Segoe UI"/>
                <a:sym typeface="Wingdings" panose="05000000000000000000" pitchFamily="2" charset="2"/>
              </a:rPr>
              <a:t>nur</a:t>
            </a:r>
            <a:r>
              <a:rPr lang="en-US">
                <a:cs typeface="Segoe UI"/>
                <a:sym typeface="Wingdings" panose="05000000000000000000" pitchFamily="2" charset="2"/>
              </a:rPr>
              <a:t> </a:t>
            </a:r>
            <a:r>
              <a:rPr lang="en-US" err="1">
                <a:cs typeface="Segoe UI"/>
                <a:sym typeface="Wingdings" panose="05000000000000000000" pitchFamily="2" charset="2"/>
              </a:rPr>
              <a:t>zwischen</a:t>
            </a:r>
            <a:r>
              <a:rPr lang="en-US">
                <a:cs typeface="Segoe UI"/>
                <a:sym typeface="Wingdings" panose="05000000000000000000" pitchFamily="2" charset="2"/>
              </a:rPr>
              <a:t> </a:t>
            </a:r>
            <a:r>
              <a:rPr lang="en-US" b="1" err="1">
                <a:cs typeface="Segoe UI"/>
                <a:sym typeface="Wingdings" panose="05000000000000000000" pitchFamily="2" charset="2"/>
              </a:rPr>
              <a:t>Merkmalen</a:t>
            </a:r>
            <a:r>
              <a:rPr lang="en-US" b="1">
                <a:cs typeface="Segoe UI"/>
                <a:sym typeface="Wingdings" panose="05000000000000000000" pitchFamily="2" charset="2"/>
              </a:rPr>
              <a:t> der </a:t>
            </a:r>
            <a:r>
              <a:rPr lang="en-US" b="1" err="1">
                <a:cs typeface="Segoe UI"/>
                <a:sym typeface="Wingdings" panose="05000000000000000000" pitchFamily="2" charset="2"/>
              </a:rPr>
              <a:t>Eingangsdaten</a:t>
            </a:r>
            <a:r>
              <a:rPr lang="en-US" b="1">
                <a:cs typeface="Segoe UI"/>
                <a:sym typeface="Wingdings" panose="05000000000000000000" pitchFamily="2" charset="2"/>
              </a:rPr>
              <a:t> </a:t>
            </a:r>
            <a:endParaRPr lang="en-US" b="1">
              <a:cs typeface="Segoe UI"/>
            </a:endParaRPr>
          </a:p>
          <a:p>
            <a:endParaRPr lang="en-US">
              <a:cs typeface="Segoe UI"/>
              <a:sym typeface="Wingdings" panose="05000000000000000000" pitchFamily="2" charset="2"/>
            </a:endParaRPr>
          </a:p>
          <a:p>
            <a:r>
              <a:rPr lang="en-US" u="sng" err="1">
                <a:cs typeface="Segoe UI"/>
                <a:sym typeface="Wingdings" panose="05000000000000000000" pitchFamily="2" charset="2"/>
              </a:rPr>
              <a:t>Aufgabenstellung</a:t>
            </a:r>
            <a:r>
              <a:rPr lang="en-US">
                <a:cs typeface="Segoe UI"/>
                <a:sym typeface="Wingdings" panose="05000000000000000000" pitchFamily="2" charset="2"/>
              </a:rPr>
              <a:t>:</a:t>
            </a:r>
            <a:endParaRPr lang="en-US">
              <a:cs typeface="Segoe UI"/>
            </a:endParaRPr>
          </a:p>
          <a:p>
            <a:pPr marL="558900" lvl="2" indent="-342900">
              <a:buFont typeface="+mj-lt"/>
              <a:buAutoNum type="alphaLcPeriod"/>
            </a:pPr>
            <a:r>
              <a:rPr lang="en-US" err="1">
                <a:cs typeface="Segoe UI"/>
                <a:sym typeface="Wingdings" panose="05000000000000000000" pitchFamily="2" charset="2"/>
              </a:rPr>
              <a:t>Treffe</a:t>
            </a:r>
            <a:r>
              <a:rPr lang="en-US">
                <a:cs typeface="Segoe UI"/>
                <a:sym typeface="Wingdings" panose="05000000000000000000" pitchFamily="2" charset="2"/>
              </a:rPr>
              <a:t> die </a:t>
            </a:r>
            <a:r>
              <a:rPr lang="en-US" b="1" err="1">
                <a:cs typeface="Segoe UI"/>
                <a:sym typeface="Wingdings" panose="05000000000000000000" pitchFamily="2" charset="2"/>
              </a:rPr>
              <a:t>besten</a:t>
            </a:r>
            <a:r>
              <a:rPr lang="en-US" b="1">
                <a:cs typeface="Segoe UI"/>
                <a:sym typeface="Wingdings" panose="05000000000000000000" pitchFamily="2" charset="2"/>
              </a:rPr>
              <a:t> </a:t>
            </a:r>
            <a:r>
              <a:rPr lang="en-US" b="1" err="1">
                <a:cs typeface="Segoe UI"/>
                <a:sym typeface="Wingdings" panose="05000000000000000000" pitchFamily="2" charset="2"/>
              </a:rPr>
              <a:t>Vorhersagen</a:t>
            </a:r>
            <a:r>
              <a:rPr lang="en-US" b="1">
                <a:cs typeface="Segoe UI"/>
                <a:sym typeface="Wingdings" panose="05000000000000000000" pitchFamily="2" charset="2"/>
              </a:rPr>
              <a:t> </a:t>
            </a:r>
            <a:r>
              <a:rPr lang="en-US">
                <a:cs typeface="Segoe UI"/>
                <a:sym typeface="Wingdings" panose="05000000000000000000" pitchFamily="2" charset="2"/>
              </a:rPr>
              <a:t>(</a:t>
            </a:r>
            <a:r>
              <a:rPr lang="en-US" err="1">
                <a:cs typeface="Segoe UI"/>
                <a:sym typeface="Wingdings" panose="05000000000000000000" pitchFamily="2" charset="2"/>
              </a:rPr>
              <a:t>bspw</a:t>
            </a:r>
            <a:r>
              <a:rPr lang="en-US">
                <a:cs typeface="Segoe UI"/>
                <a:sym typeface="Wingdings" panose="05000000000000000000" pitchFamily="2" charset="2"/>
              </a:rPr>
              <a:t>. </a:t>
            </a:r>
            <a:r>
              <a:rPr lang="en-US" err="1">
                <a:cs typeface="Segoe UI"/>
                <a:sym typeface="Wingdings" panose="05000000000000000000" pitchFamily="2" charset="2"/>
              </a:rPr>
              <a:t>Klassifikationen</a:t>
            </a:r>
            <a:r>
              <a:rPr lang="en-US">
                <a:cs typeface="Segoe UI"/>
                <a:sym typeface="Wingdings" panose="05000000000000000000" pitchFamily="2" charset="2"/>
              </a:rPr>
              <a:t>) für </a:t>
            </a:r>
            <a:r>
              <a:rPr lang="en-US" err="1">
                <a:cs typeface="Segoe UI"/>
                <a:sym typeface="Wingdings" panose="05000000000000000000" pitchFamily="2" charset="2"/>
              </a:rPr>
              <a:t>künftige</a:t>
            </a:r>
            <a:r>
              <a:rPr lang="en-US">
                <a:cs typeface="Segoe UI"/>
                <a:sym typeface="Wingdings" panose="05000000000000000000" pitchFamily="2" charset="2"/>
              </a:rPr>
              <a:t> </a:t>
            </a:r>
            <a:r>
              <a:rPr lang="en-US" err="1">
                <a:cs typeface="Segoe UI"/>
                <a:sym typeface="Wingdings" panose="05000000000000000000" pitchFamily="2" charset="2"/>
              </a:rPr>
              <a:t>Eingangsdaten</a:t>
            </a:r>
            <a:endParaRPr lang="en-US">
              <a:cs typeface="Segoe UI"/>
              <a:sym typeface="Wingdings" panose="05000000000000000000" pitchFamily="2" charset="2"/>
            </a:endParaRPr>
          </a:p>
          <a:p>
            <a:pPr marL="558900" lvl="2" indent="-342900">
              <a:buFont typeface="+mj-lt"/>
              <a:buAutoNum type="alphaLcPeriod"/>
            </a:pPr>
            <a:r>
              <a:rPr lang="en-US">
                <a:cs typeface="Segoe UI"/>
                <a:sym typeface="Wingdings" panose="05000000000000000000" pitchFamily="2" charset="2"/>
              </a:rPr>
              <a:t>Finde </a:t>
            </a:r>
            <a:r>
              <a:rPr lang="en-US" b="1" err="1">
                <a:cs typeface="Segoe UI"/>
                <a:sym typeface="Wingdings" panose="05000000000000000000" pitchFamily="2" charset="2"/>
              </a:rPr>
              <a:t>relevante</a:t>
            </a:r>
            <a:r>
              <a:rPr lang="en-US" b="1">
                <a:cs typeface="Segoe UI"/>
                <a:sym typeface="Wingdings" panose="05000000000000000000" pitchFamily="2" charset="2"/>
              </a:rPr>
              <a:t> und stabile </a:t>
            </a:r>
            <a:r>
              <a:rPr lang="en-US" b="1" err="1">
                <a:cs typeface="Segoe UI"/>
                <a:sym typeface="Wingdings" panose="05000000000000000000" pitchFamily="2" charset="2"/>
              </a:rPr>
              <a:t>Korrelationen</a:t>
            </a:r>
            <a:r>
              <a:rPr lang="en-US">
                <a:cs typeface="Segoe UI"/>
                <a:sym typeface="Wingdings" panose="05000000000000000000" pitchFamily="2" charset="2"/>
              </a:rPr>
              <a:t> in den Daten </a:t>
            </a:r>
            <a:r>
              <a:rPr lang="en-US" err="1">
                <a:cs typeface="Segoe UI"/>
                <a:sym typeface="Wingdings" panose="05000000000000000000" pitchFamily="2" charset="2"/>
              </a:rPr>
              <a:t>anhand</a:t>
            </a:r>
            <a:r>
              <a:rPr lang="en-US">
                <a:cs typeface="Segoe UI"/>
                <a:sym typeface="Wingdings" panose="05000000000000000000" pitchFamily="2" charset="2"/>
              </a:rPr>
              <a:t> </a:t>
            </a:r>
            <a:r>
              <a:rPr lang="en-US" err="1">
                <a:cs typeface="Segoe UI"/>
                <a:sym typeface="Wingdings" panose="05000000000000000000" pitchFamily="2" charset="2"/>
              </a:rPr>
              <a:t>guter</a:t>
            </a:r>
            <a:r>
              <a:rPr lang="en-US">
                <a:cs typeface="Segoe UI"/>
                <a:sym typeface="Wingdings" panose="05000000000000000000" pitchFamily="2" charset="2"/>
              </a:rPr>
              <a:t> </a:t>
            </a:r>
            <a:r>
              <a:rPr lang="en-US" err="1">
                <a:cs typeface="Segoe UI"/>
                <a:sym typeface="Wingdings" panose="05000000000000000000" pitchFamily="2" charset="2"/>
              </a:rPr>
              <a:t>Vorhersagemodelle</a:t>
            </a:r>
            <a:br>
              <a:rPr lang="en-US">
                <a:cs typeface="Segoe UI"/>
              </a:rPr>
            </a:br>
            <a:r>
              <a:rPr lang="en-US">
                <a:cs typeface="Segoe UI"/>
              </a:rPr>
              <a:t>   </a:t>
            </a:r>
            <a:endParaRPr lang="en-US">
              <a:cs typeface="Segoe UI"/>
              <a:sym typeface="Wingdings" panose="05000000000000000000" pitchFamily="2" charset="2"/>
            </a:endParaRPr>
          </a:p>
          <a:p>
            <a:r>
              <a:rPr lang="en-US">
                <a:cs typeface="Segoe UI"/>
                <a:sym typeface="Wingdings" panose="05000000000000000000" pitchFamily="2" charset="2"/>
              </a:rPr>
              <a:t>					</a:t>
            </a:r>
            <a:r>
              <a:rPr lang="en-US" u="sng" err="1">
                <a:cs typeface="Segoe UI"/>
                <a:sym typeface="Wingdings" panose="05000000000000000000" pitchFamily="2" charset="2"/>
              </a:rPr>
              <a:t>Zentrale</a:t>
            </a:r>
            <a:r>
              <a:rPr lang="en-US" u="sng">
                <a:cs typeface="Segoe UI"/>
                <a:sym typeface="Wingdings" panose="05000000000000000000" pitchFamily="2" charset="2"/>
              </a:rPr>
              <a:t> Frage</a:t>
            </a:r>
            <a:r>
              <a:rPr lang="en-US">
                <a:cs typeface="Segoe UI"/>
                <a:sym typeface="Wingdings" panose="05000000000000000000" pitchFamily="2" charset="2"/>
              </a:rPr>
              <a:t>: </a:t>
            </a:r>
          </a:p>
          <a:p>
            <a:r>
              <a:rPr lang="en-US" b="1">
                <a:solidFill>
                  <a:schemeClr val="bg2"/>
                </a:solidFill>
                <a:cs typeface="Segoe UI"/>
                <a:sym typeface="Wingdings" panose="05000000000000000000" pitchFamily="2" charset="2"/>
              </a:rPr>
              <a:t>		</a:t>
            </a:r>
            <a:r>
              <a:rPr lang="en-US" b="1" err="1">
                <a:solidFill>
                  <a:schemeClr val="bg2"/>
                </a:solidFill>
                <a:cs typeface="Segoe UI"/>
                <a:sym typeface="Wingdings" panose="05000000000000000000" pitchFamily="2" charset="2"/>
              </a:rPr>
              <a:t>Welche</a:t>
            </a:r>
            <a:r>
              <a:rPr lang="en-US" b="1">
                <a:solidFill>
                  <a:schemeClr val="bg2"/>
                </a:solidFill>
                <a:cs typeface="Segoe UI"/>
                <a:sym typeface="Wingdings" panose="05000000000000000000" pitchFamily="2" charset="2"/>
              </a:rPr>
              <a:t> </a:t>
            </a:r>
            <a:r>
              <a:rPr lang="en-US" b="1" err="1">
                <a:solidFill>
                  <a:schemeClr val="bg2"/>
                </a:solidFill>
                <a:cs typeface="Segoe UI"/>
                <a:sym typeface="Wingdings" panose="05000000000000000000" pitchFamily="2" charset="2"/>
              </a:rPr>
              <a:t>Fragestellungen</a:t>
            </a:r>
            <a:r>
              <a:rPr lang="en-US" b="1">
                <a:solidFill>
                  <a:schemeClr val="bg2"/>
                </a:solidFill>
                <a:cs typeface="Segoe UI"/>
                <a:sym typeface="Wingdings" panose="05000000000000000000" pitchFamily="2" charset="2"/>
              </a:rPr>
              <a:t> </a:t>
            </a:r>
            <a:r>
              <a:rPr lang="en-US" b="1" err="1">
                <a:solidFill>
                  <a:schemeClr val="bg2"/>
                </a:solidFill>
                <a:cs typeface="Segoe UI"/>
                <a:sym typeface="Wingdings" panose="05000000000000000000" pitchFamily="2" charset="2"/>
              </a:rPr>
              <a:t>können</a:t>
            </a:r>
            <a:r>
              <a:rPr lang="en-US" b="1">
                <a:solidFill>
                  <a:schemeClr val="bg2"/>
                </a:solidFill>
                <a:cs typeface="Segoe UI"/>
                <a:sym typeface="Wingdings" panose="05000000000000000000" pitchFamily="2" charset="2"/>
              </a:rPr>
              <a:t> </a:t>
            </a:r>
            <a:r>
              <a:rPr lang="en-US" b="1" err="1">
                <a:solidFill>
                  <a:schemeClr val="bg2"/>
                </a:solidFill>
                <a:cs typeface="Segoe UI"/>
                <a:sym typeface="Wingdings" panose="05000000000000000000" pitchFamily="2" charset="2"/>
              </a:rPr>
              <a:t>damit</a:t>
            </a:r>
            <a:r>
              <a:rPr lang="en-US" b="1">
                <a:solidFill>
                  <a:schemeClr val="bg2"/>
                </a:solidFill>
                <a:cs typeface="Segoe UI"/>
                <a:sym typeface="Wingdings" panose="05000000000000000000" pitchFamily="2" charset="2"/>
              </a:rPr>
              <a:t> </a:t>
            </a:r>
            <a:r>
              <a:rPr lang="en-US" b="1" err="1">
                <a:solidFill>
                  <a:schemeClr val="bg2"/>
                </a:solidFill>
                <a:cs typeface="Segoe UI"/>
                <a:sym typeface="Wingdings" panose="05000000000000000000" pitchFamily="2" charset="2"/>
              </a:rPr>
              <a:t>beantwortet</a:t>
            </a:r>
            <a:r>
              <a:rPr lang="en-US" b="1">
                <a:solidFill>
                  <a:schemeClr val="bg2"/>
                </a:solidFill>
                <a:cs typeface="Segoe UI"/>
                <a:sym typeface="Wingdings" panose="05000000000000000000" pitchFamily="2" charset="2"/>
              </a:rPr>
              <a:t> </a:t>
            </a:r>
            <a:r>
              <a:rPr lang="en-US" b="1" err="1">
                <a:solidFill>
                  <a:schemeClr val="bg2"/>
                </a:solidFill>
                <a:cs typeface="Segoe UI"/>
                <a:sym typeface="Wingdings" panose="05000000000000000000" pitchFamily="2" charset="2"/>
              </a:rPr>
              <a:t>werden</a:t>
            </a:r>
            <a:r>
              <a:rPr lang="en-US" b="1">
                <a:solidFill>
                  <a:schemeClr val="bg2"/>
                </a:solidFill>
                <a:cs typeface="Segoe UI"/>
                <a:sym typeface="Wingdings" panose="05000000000000000000" pitchFamily="2" charset="2"/>
              </a:rPr>
              <a:t>? </a:t>
            </a:r>
            <a:r>
              <a:rPr lang="en-US" b="1" err="1">
                <a:solidFill>
                  <a:schemeClr val="bg2"/>
                </a:solidFill>
                <a:cs typeface="Segoe UI"/>
                <a:sym typeface="Wingdings" panose="05000000000000000000" pitchFamily="2" charset="2"/>
              </a:rPr>
              <a:t>Welche</a:t>
            </a:r>
            <a:r>
              <a:rPr lang="en-US" b="1">
                <a:solidFill>
                  <a:schemeClr val="bg2"/>
                </a:solidFill>
                <a:cs typeface="Segoe UI"/>
                <a:sym typeface="Wingdings" panose="05000000000000000000" pitchFamily="2" charset="2"/>
              </a:rPr>
              <a:t> </a:t>
            </a:r>
            <a:r>
              <a:rPr lang="en-US" b="1" err="1">
                <a:solidFill>
                  <a:schemeClr val="bg2"/>
                </a:solidFill>
                <a:cs typeface="Segoe UI"/>
                <a:sym typeface="Wingdings" panose="05000000000000000000" pitchFamily="2" charset="2"/>
              </a:rPr>
              <a:t>nicht</a:t>
            </a:r>
            <a:r>
              <a:rPr lang="en-US" b="1">
                <a:solidFill>
                  <a:schemeClr val="bg2"/>
                </a:solidFill>
                <a:cs typeface="Segoe UI"/>
                <a:sym typeface="Wingdings" panose="05000000000000000000" pitchFamily="2" charset="2"/>
              </a:rPr>
              <a:t>?</a:t>
            </a:r>
            <a:endParaRPr lang="en-US" b="1">
              <a:solidFill>
                <a:schemeClr val="bg2"/>
              </a:solidFill>
              <a:cs typeface="Segoe UI"/>
            </a:endParaRPr>
          </a:p>
        </p:txBody>
      </p:sp>
      <p:sp>
        <p:nvSpPr>
          <p:cNvPr id="5" name="Foliennummernplatzhalter 4">
            <a:extLst>
              <a:ext uri="{FF2B5EF4-FFF2-40B4-BE49-F238E27FC236}">
                <a16:creationId xmlns:a16="http://schemas.microsoft.com/office/drawing/2014/main" id="{A3D59CA3-AC65-C2BE-F21B-AAFCD7E605AC}"/>
              </a:ext>
            </a:extLst>
          </p:cNvPr>
          <p:cNvSpPr>
            <a:spLocks noGrp="1"/>
          </p:cNvSpPr>
          <p:nvPr>
            <p:ph type="sldNum" sz="quarter" idx="12"/>
          </p:nvPr>
        </p:nvSpPr>
        <p:spPr/>
        <p:txBody>
          <a:bodyPr/>
          <a:lstStyle/>
          <a:p>
            <a:fld id="{D612FFA8-16F3-4D16-935C-858579C7B661}" type="slidenum">
              <a:rPr lang="de-DE" smtClean="0"/>
              <a:pPr/>
              <a:t>9</a:t>
            </a:fld>
            <a:endParaRPr lang="de-DE"/>
          </a:p>
        </p:txBody>
      </p:sp>
      <p:sp>
        <p:nvSpPr>
          <p:cNvPr id="6" name="SmartArt-Platzhalter 5">
            <a:extLst>
              <a:ext uri="{FF2B5EF4-FFF2-40B4-BE49-F238E27FC236}">
                <a16:creationId xmlns:a16="http://schemas.microsoft.com/office/drawing/2014/main" id="{36FFA64E-AA96-9482-BA6C-3F53A2A3310C}"/>
              </a:ext>
            </a:extLst>
          </p:cNvPr>
          <p:cNvSpPr>
            <a:spLocks noGrp="1"/>
          </p:cNvSpPr>
          <p:nvPr>
            <p:ph type="dgm" sz="quarter" idx="24"/>
          </p:nvPr>
        </p:nvSpPr>
        <p:spPr/>
        <p:txBody>
          <a:bodyPr/>
          <a:lstStyle/>
          <a:p>
            <a:endParaRPr lang="de-DE"/>
          </a:p>
        </p:txBody>
      </p:sp>
      <p:pic>
        <p:nvPicPr>
          <p:cNvPr id="1028" name="Picture 4" descr="Machine Learning: Algorithmen, Methoden und Beispiele">
            <a:extLst>
              <a:ext uri="{FF2B5EF4-FFF2-40B4-BE49-F238E27FC236}">
                <a16:creationId xmlns:a16="http://schemas.microsoft.com/office/drawing/2014/main" id="{B5591B99-B781-DF8B-3010-A99973FAE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635" y="1020153"/>
            <a:ext cx="4294397" cy="2562379"/>
          </a:xfrm>
          <a:prstGeom prst="rect">
            <a:avLst/>
          </a:prstGeom>
          <a:noFill/>
          <a:extLst>
            <a:ext uri="{909E8E84-426E-40DD-AFC4-6F175D3DCCD1}">
              <a14:hiddenFill xmlns:a14="http://schemas.microsoft.com/office/drawing/2010/main">
                <a:solidFill>
                  <a:srgbClr val="FFFFFF"/>
                </a:solidFill>
              </a14:hiddenFill>
            </a:ext>
          </a:extLst>
        </p:spPr>
      </p:pic>
      <p:sp>
        <p:nvSpPr>
          <p:cNvPr id="3" name="Rechteck 2">
            <a:extLst>
              <a:ext uri="{FF2B5EF4-FFF2-40B4-BE49-F238E27FC236}">
                <a16:creationId xmlns:a16="http://schemas.microsoft.com/office/drawing/2014/main" id="{F2289E6B-E7F6-6F11-791A-44DCBE3B5B0A}"/>
              </a:ext>
            </a:extLst>
          </p:cNvPr>
          <p:cNvSpPr/>
          <p:nvPr/>
        </p:nvSpPr>
        <p:spPr bwMode="gray">
          <a:xfrm>
            <a:off x="11290515" y="3014420"/>
            <a:ext cx="296190" cy="3177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err="1"/>
          </a:p>
        </p:txBody>
      </p:sp>
      <p:pic>
        <p:nvPicPr>
          <p:cNvPr id="1030" name="Picture 6" descr="Gruppenarbeit in Online-Seminaren, Teil 1 - Anleitung und Aufgabenstellung">
            <a:extLst>
              <a:ext uri="{FF2B5EF4-FFF2-40B4-BE49-F238E27FC236}">
                <a16:creationId xmlns:a16="http://schemas.microsoft.com/office/drawing/2014/main" id="{3739688A-0C47-D8B3-80BB-9DE0033AFB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4521" y="4601298"/>
            <a:ext cx="2215299" cy="1465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06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ext uri="{6950BFC3-D8DA-4A85-94F7-54DA5524770B}">
      <p188:commentRel xmlns="" xmlns:p188="http://schemas.microsoft.com/office/powerpoint/2018/8/main" r:id="rId5"/>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1D3F-6925-8F8D-5857-0AD4B7FEB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C291E-7F8F-F9E8-796E-20B2010A0327}"/>
              </a:ext>
            </a:extLst>
          </p:cNvPr>
          <p:cNvSpPr>
            <a:spLocks noGrp="1"/>
          </p:cNvSpPr>
          <p:nvPr>
            <p:ph type="title"/>
          </p:nvPr>
        </p:nvSpPr>
        <p:spPr/>
        <p:txBody>
          <a:bodyPr/>
          <a:lstStyle/>
          <a:p>
            <a:r>
              <a:rPr lang="en-US"/>
              <a:t>Status quo am </a:t>
            </a:r>
            <a:r>
              <a:rPr lang="en-US" err="1"/>
              <a:t>Beispiel</a:t>
            </a:r>
            <a:r>
              <a:rPr lang="en-US"/>
              <a:t> </a:t>
            </a:r>
            <a:r>
              <a:rPr lang="en-US" i="1"/>
              <a:t>product renewal</a:t>
            </a:r>
            <a:endParaRPr lang="en-US"/>
          </a:p>
        </p:txBody>
      </p:sp>
      <p:sp>
        <p:nvSpPr>
          <p:cNvPr id="4" name="Footer Placeholder 3">
            <a:extLst>
              <a:ext uri="{FF2B5EF4-FFF2-40B4-BE49-F238E27FC236}">
                <a16:creationId xmlns:a16="http://schemas.microsoft.com/office/drawing/2014/main" id="{13D1DE52-5029-2F9C-5F45-B324F7A2C14D}"/>
              </a:ext>
            </a:extLst>
          </p:cNvPr>
          <p:cNvSpPr>
            <a:spLocks noGrp="1"/>
          </p:cNvSpPr>
          <p:nvPr>
            <p:ph type="ftr" sz="quarter" idx="11"/>
          </p:nvPr>
        </p:nvSpPr>
        <p:spPr/>
        <p:txBody>
          <a:bodyPr/>
          <a:lstStyle/>
          <a:p>
            <a:r>
              <a:rPr lang="de-DE"/>
              <a:t>DATEV eG</a:t>
            </a:r>
          </a:p>
        </p:txBody>
      </p:sp>
      <p:sp>
        <p:nvSpPr>
          <p:cNvPr id="6" name="Slide Number Placeholder 5">
            <a:extLst>
              <a:ext uri="{FF2B5EF4-FFF2-40B4-BE49-F238E27FC236}">
                <a16:creationId xmlns:a16="http://schemas.microsoft.com/office/drawing/2014/main" id="{46B3E9FB-DCF0-856B-2553-BA565F4055EA}"/>
              </a:ext>
            </a:extLst>
          </p:cNvPr>
          <p:cNvSpPr>
            <a:spLocks noGrp="1"/>
          </p:cNvSpPr>
          <p:nvPr>
            <p:ph type="sldNum" sz="quarter" idx="12"/>
          </p:nvPr>
        </p:nvSpPr>
        <p:spPr/>
        <p:txBody>
          <a:bodyPr/>
          <a:lstStyle/>
          <a:p>
            <a:fld id="{D612FFA8-16F3-4D16-935C-858579C7B661}" type="slidenum">
              <a:rPr lang="de-DE" smtClean="0"/>
              <a:pPr/>
              <a:t>10</a:t>
            </a:fld>
            <a:endParaRPr lang="de-DE"/>
          </a:p>
        </p:txBody>
      </p:sp>
      <p:sp>
        <p:nvSpPr>
          <p:cNvPr id="7" name="SmartArt Placeholder 6">
            <a:extLst>
              <a:ext uri="{FF2B5EF4-FFF2-40B4-BE49-F238E27FC236}">
                <a16:creationId xmlns:a16="http://schemas.microsoft.com/office/drawing/2014/main" id="{4FAB97FB-E544-6879-1A5F-65ECFF2ABD4E}"/>
              </a:ext>
            </a:extLst>
          </p:cNvPr>
          <p:cNvSpPr>
            <a:spLocks noGrp="1"/>
          </p:cNvSpPr>
          <p:nvPr>
            <p:ph type="dgm" sz="quarter" idx="24"/>
          </p:nvPr>
        </p:nvSpPr>
        <p:spPr/>
        <p:txBody>
          <a:bodyPr/>
          <a:lstStyle/>
          <a:p>
            <a:endParaRPr lang="de-DE"/>
          </a:p>
        </p:txBody>
      </p:sp>
      <p:sp>
        <p:nvSpPr>
          <p:cNvPr id="10" name="Textfeld 9">
            <a:extLst>
              <a:ext uri="{FF2B5EF4-FFF2-40B4-BE49-F238E27FC236}">
                <a16:creationId xmlns:a16="http://schemas.microsoft.com/office/drawing/2014/main" id="{0422E5FC-4E7E-33B6-DF7C-5BBFC298E4EC}"/>
              </a:ext>
            </a:extLst>
          </p:cNvPr>
          <p:cNvSpPr txBox="1"/>
          <p:nvPr/>
        </p:nvSpPr>
        <p:spPr bwMode="gray">
          <a:xfrm>
            <a:off x="454025" y="5385352"/>
            <a:ext cx="12766403" cy="2700669"/>
          </a:xfrm>
          <a:prstGeom prst="rect">
            <a:avLst/>
          </a:prstGeom>
          <a:noFill/>
        </p:spPr>
        <p:txBody>
          <a:bodyPr wrap="square" lIns="0" tIns="0" rIns="0" bIns="0" rtlCol="0" anchor="t">
            <a:noAutofit/>
          </a:bodyPr>
          <a:lstStyle/>
          <a:p>
            <a:pPr marL="285750" indent="-285750" algn="l">
              <a:spcBef>
                <a:spcPts val="500"/>
              </a:spcBef>
              <a:spcAft>
                <a:spcPts val="500"/>
              </a:spcAft>
              <a:buClr>
                <a:schemeClr val="bg2"/>
              </a:buClr>
              <a:buFont typeface="Wingdings" panose="05000000000000000000" pitchFamily="2" charset="2"/>
              <a:buChar char="à"/>
            </a:pPr>
            <a:r>
              <a:rPr lang="de-DE" sz="1600">
                <a:sym typeface="Wingdings" panose="05000000000000000000" pitchFamily="2" charset="2"/>
              </a:rPr>
              <a:t>Gegeben: </a:t>
            </a:r>
            <a:r>
              <a:rPr lang="de-DE" sz="1600" b="1">
                <a:sym typeface="Wingdings" panose="05000000000000000000" pitchFamily="2" charset="2"/>
              </a:rPr>
              <a:t>Eingangsdaten</a:t>
            </a:r>
            <a:r>
              <a:rPr lang="de-DE" sz="1600">
                <a:sym typeface="Wingdings" panose="05000000000000000000" pitchFamily="2" charset="2"/>
              </a:rPr>
              <a:t> (</a:t>
            </a:r>
            <a:r>
              <a:rPr lang="de-DE" sz="1600" err="1">
                <a:sym typeface="Wingdings" panose="05000000000000000000" pitchFamily="2" charset="2"/>
              </a:rPr>
              <a:t>features</a:t>
            </a:r>
            <a:r>
              <a:rPr lang="de-DE" sz="1600">
                <a:sym typeface="Wingdings" panose="05000000000000000000" pitchFamily="2" charset="2"/>
              </a:rPr>
              <a:t> und </a:t>
            </a:r>
            <a:r>
              <a:rPr lang="de-DE" sz="1600" err="1">
                <a:sym typeface="Wingdings" panose="05000000000000000000" pitchFamily="2" charset="2"/>
              </a:rPr>
              <a:t>target</a:t>
            </a:r>
            <a:r>
              <a:rPr lang="de-DE" sz="1600">
                <a:sym typeface="Wingdings" panose="05000000000000000000" pitchFamily="2" charset="2"/>
              </a:rPr>
              <a:t>)</a:t>
            </a:r>
          </a:p>
          <a:p>
            <a:pPr marL="285750" indent="-285750" algn="l">
              <a:spcBef>
                <a:spcPts val="500"/>
              </a:spcBef>
              <a:spcAft>
                <a:spcPts val="500"/>
              </a:spcAft>
              <a:buClr>
                <a:schemeClr val="bg2"/>
              </a:buClr>
              <a:buFont typeface="Wingdings" panose="05000000000000000000" pitchFamily="2" charset="2"/>
              <a:buChar char="à"/>
            </a:pPr>
            <a:r>
              <a:rPr lang="de-DE" sz="1600">
                <a:sym typeface="Wingdings" panose="05000000000000000000" pitchFamily="2" charset="2"/>
              </a:rPr>
              <a:t>Ziel: Identifiziere („lerne“) mittels </a:t>
            </a:r>
            <a:r>
              <a:rPr lang="de-DE" sz="1600" b="1" err="1">
                <a:sym typeface="Wingdings" panose="05000000000000000000" pitchFamily="2" charset="2"/>
              </a:rPr>
              <a:t>Machine</a:t>
            </a:r>
            <a:r>
              <a:rPr lang="de-DE" sz="1600" b="1">
                <a:sym typeface="Wingdings" panose="05000000000000000000" pitchFamily="2" charset="2"/>
              </a:rPr>
              <a:t> Learning</a:t>
            </a:r>
            <a:r>
              <a:rPr lang="de-DE" sz="1600">
                <a:sym typeface="Wingdings" panose="05000000000000000000" pitchFamily="2" charset="2"/>
              </a:rPr>
              <a:t> stabile Korrelationen zwischen Features und </a:t>
            </a:r>
            <a:r>
              <a:rPr lang="de-DE" sz="1600" err="1">
                <a:sym typeface="Wingdings" panose="05000000000000000000" pitchFamily="2" charset="2"/>
              </a:rPr>
              <a:t>target</a:t>
            </a:r>
            <a:endParaRPr lang="de-DE" sz="1600">
              <a:cs typeface="Segoe UI"/>
            </a:endParaRPr>
          </a:p>
          <a:p>
            <a:pPr marL="285750" indent="-285750" algn="l">
              <a:spcBef>
                <a:spcPts val="500"/>
              </a:spcBef>
              <a:spcAft>
                <a:spcPts val="500"/>
              </a:spcAft>
              <a:buClr>
                <a:schemeClr val="bg2"/>
              </a:buClr>
              <a:buFont typeface="Wingdings" panose="05000000000000000000" pitchFamily="2" charset="2"/>
              <a:buChar char="à"/>
            </a:pPr>
            <a:r>
              <a:rPr lang="de-DE" sz="1600">
                <a:sym typeface="Wingdings" panose="05000000000000000000" pitchFamily="2" charset="2"/>
              </a:rPr>
              <a:t>Nachvollziehbarkeit: Nutze </a:t>
            </a:r>
            <a:r>
              <a:rPr lang="de-DE" sz="1600" b="1" err="1">
                <a:sym typeface="Wingdings" panose="05000000000000000000" pitchFamily="2" charset="2"/>
              </a:rPr>
              <a:t>Explainable</a:t>
            </a:r>
            <a:r>
              <a:rPr lang="de-DE" sz="1600" b="1">
                <a:sym typeface="Wingdings" panose="05000000000000000000" pitchFamily="2" charset="2"/>
              </a:rPr>
              <a:t> AI (XAI)</a:t>
            </a:r>
            <a:r>
              <a:rPr lang="de-DE" sz="1600">
                <a:sym typeface="Wingdings" panose="05000000000000000000" pitchFamily="2" charset="2"/>
              </a:rPr>
              <a:t> zum „Aufdecken“ der gelernten Korrelationen und generiere Erklärungen</a:t>
            </a:r>
            <a:endParaRPr lang="de-DE" sz="1600">
              <a:cs typeface="Segoe UI"/>
            </a:endParaRPr>
          </a:p>
          <a:p>
            <a:pPr marL="285750" indent="-285750">
              <a:spcBef>
                <a:spcPts val="500"/>
              </a:spcBef>
              <a:spcAft>
                <a:spcPts val="500"/>
              </a:spcAft>
              <a:buClr>
                <a:schemeClr val="bg2"/>
              </a:buClr>
              <a:buFont typeface="Wingdings" panose="05000000000000000000" pitchFamily="2" charset="2"/>
              <a:buChar char="à"/>
            </a:pPr>
            <a:r>
              <a:rPr lang="de-DE" sz="1600">
                <a:sym typeface="Wingdings" panose="05000000000000000000" pitchFamily="2" charset="2"/>
              </a:rPr>
              <a:t>Fragen: Was steckt in diesen Korrelationen? Wie wirken Features </a:t>
            </a:r>
            <a:r>
              <a:rPr lang="de-DE" sz="1600" u="sng">
                <a:sym typeface="Wingdings" panose="05000000000000000000" pitchFamily="2" charset="2"/>
              </a:rPr>
              <a:t>kausal</a:t>
            </a:r>
            <a:r>
              <a:rPr lang="de-DE" sz="1600">
                <a:sym typeface="Wingdings" panose="05000000000000000000" pitchFamily="2" charset="2"/>
              </a:rPr>
              <a:t> auf Target? Was muss ich tun, um gewisse Effekte im </a:t>
            </a:r>
            <a:br>
              <a:rPr lang="de-DE" sz="1600">
                <a:sym typeface="Wingdings" panose="05000000000000000000" pitchFamily="2" charset="2"/>
              </a:rPr>
            </a:br>
            <a:r>
              <a:rPr lang="de-DE" sz="1600">
                <a:sym typeface="Wingdings" panose="05000000000000000000" pitchFamily="2" charset="2"/>
              </a:rPr>
              <a:t>Target zu erreichen? Was wäre passiert, hätte ich Aktion a oder b gewählt?</a:t>
            </a:r>
            <a:endParaRPr lang="de-DE" sz="1600"/>
          </a:p>
        </p:txBody>
      </p:sp>
      <p:pic>
        <p:nvPicPr>
          <p:cNvPr id="14" name="Grafik 13">
            <a:extLst>
              <a:ext uri="{FF2B5EF4-FFF2-40B4-BE49-F238E27FC236}">
                <a16:creationId xmlns:a16="http://schemas.microsoft.com/office/drawing/2014/main" id="{8A80173D-E0E3-FD9A-809F-8B2FB1D56303}"/>
              </a:ext>
            </a:extLst>
          </p:cNvPr>
          <p:cNvPicPr>
            <a:picLocks noChangeAspect="1"/>
          </p:cNvPicPr>
          <p:nvPr/>
        </p:nvPicPr>
        <p:blipFill>
          <a:blip r:embed="rId2"/>
          <a:stretch>
            <a:fillRect/>
          </a:stretch>
        </p:blipFill>
        <p:spPr>
          <a:xfrm>
            <a:off x="153568" y="1226288"/>
            <a:ext cx="5825895" cy="2869034"/>
          </a:xfrm>
          <a:prstGeom prst="rect">
            <a:avLst/>
          </a:prstGeom>
        </p:spPr>
      </p:pic>
      <p:pic>
        <p:nvPicPr>
          <p:cNvPr id="16" name="Grafik 15">
            <a:extLst>
              <a:ext uri="{FF2B5EF4-FFF2-40B4-BE49-F238E27FC236}">
                <a16:creationId xmlns:a16="http://schemas.microsoft.com/office/drawing/2014/main" id="{75957DB7-41FA-7C08-9949-6CA0DC411BFB}"/>
              </a:ext>
            </a:extLst>
          </p:cNvPr>
          <p:cNvPicPr>
            <a:picLocks noChangeAspect="1"/>
          </p:cNvPicPr>
          <p:nvPr/>
        </p:nvPicPr>
        <p:blipFill>
          <a:blip r:embed="rId3"/>
          <a:stretch>
            <a:fillRect/>
          </a:stretch>
        </p:blipFill>
        <p:spPr>
          <a:xfrm>
            <a:off x="155560" y="1228829"/>
            <a:ext cx="6714168" cy="3416236"/>
          </a:xfrm>
          <a:prstGeom prst="rect">
            <a:avLst/>
          </a:prstGeom>
        </p:spPr>
      </p:pic>
      <p:pic>
        <p:nvPicPr>
          <p:cNvPr id="2050" name="Picture 2" descr="Simplified structure of XGBoost. | Download Scientific Diagram">
            <a:extLst>
              <a:ext uri="{FF2B5EF4-FFF2-40B4-BE49-F238E27FC236}">
                <a16:creationId xmlns:a16="http://schemas.microsoft.com/office/drawing/2014/main" id="{F07B2DD8-137F-CA6D-C595-1E71C44699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5124" y="840555"/>
            <a:ext cx="3754243" cy="2598275"/>
          </a:xfrm>
          <a:prstGeom prst="rect">
            <a:avLst/>
          </a:prstGeom>
          <a:noFill/>
          <a:extLst>
            <a:ext uri="{909E8E84-426E-40DD-AFC4-6F175D3DCCD1}">
              <a14:hiddenFill xmlns:a14="http://schemas.microsoft.com/office/drawing/2010/main">
                <a:solidFill>
                  <a:srgbClr val="FFFFFF"/>
                </a:solidFill>
              </a14:hiddenFill>
            </a:ext>
          </a:extLst>
        </p:spPr>
      </p:pic>
      <p:pic>
        <p:nvPicPr>
          <p:cNvPr id="19" name="Grafik 18">
            <a:extLst>
              <a:ext uri="{FF2B5EF4-FFF2-40B4-BE49-F238E27FC236}">
                <a16:creationId xmlns:a16="http://schemas.microsoft.com/office/drawing/2014/main" id="{34EDFD63-80CA-F0D9-FD48-0DE96B497649}"/>
              </a:ext>
            </a:extLst>
          </p:cNvPr>
          <p:cNvPicPr>
            <a:picLocks noChangeAspect="1"/>
          </p:cNvPicPr>
          <p:nvPr/>
        </p:nvPicPr>
        <p:blipFill>
          <a:blip r:embed="rId5"/>
          <a:stretch>
            <a:fillRect/>
          </a:stretch>
        </p:blipFill>
        <p:spPr>
          <a:xfrm>
            <a:off x="6795906" y="3410338"/>
            <a:ext cx="5492677" cy="1933645"/>
          </a:xfrm>
          <a:prstGeom prst="rect">
            <a:avLst/>
          </a:prstGeom>
        </p:spPr>
      </p:pic>
      <p:sp>
        <p:nvSpPr>
          <p:cNvPr id="20" name="Rechteck 19">
            <a:extLst>
              <a:ext uri="{FF2B5EF4-FFF2-40B4-BE49-F238E27FC236}">
                <a16:creationId xmlns:a16="http://schemas.microsoft.com/office/drawing/2014/main" id="{D35B2F0F-A4F1-9E4E-9A39-DC0120A37FE5}"/>
              </a:ext>
            </a:extLst>
          </p:cNvPr>
          <p:cNvSpPr/>
          <p:nvPr/>
        </p:nvSpPr>
        <p:spPr bwMode="gray">
          <a:xfrm>
            <a:off x="6586689" y="1155586"/>
            <a:ext cx="1110890" cy="318977"/>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chorCtr="0"/>
          <a:lstStyle/>
          <a:p>
            <a:pPr marL="0" indent="0" algn="ctr">
              <a:spcBef>
                <a:spcPts val="500"/>
              </a:spcBef>
              <a:spcAft>
                <a:spcPts val="500"/>
              </a:spcAft>
              <a:buFont typeface="Wingdings" panose="05000000000000000000" pitchFamily="2" charset="2"/>
              <a:buNone/>
            </a:pPr>
            <a:r>
              <a:rPr lang="de-DE" sz="900" err="1">
                <a:solidFill>
                  <a:schemeClr val="tx1"/>
                </a:solidFill>
              </a:rPr>
              <a:t>Machine</a:t>
            </a:r>
            <a:r>
              <a:rPr lang="de-DE" sz="900">
                <a:solidFill>
                  <a:schemeClr val="tx1"/>
                </a:solidFill>
              </a:rPr>
              <a:t> Learning</a:t>
            </a:r>
          </a:p>
        </p:txBody>
      </p:sp>
      <p:sp>
        <p:nvSpPr>
          <p:cNvPr id="21" name="Rechteck 20">
            <a:extLst>
              <a:ext uri="{FF2B5EF4-FFF2-40B4-BE49-F238E27FC236}">
                <a16:creationId xmlns:a16="http://schemas.microsoft.com/office/drawing/2014/main" id="{AC25F2AB-3EC0-3441-B2FF-1D5DBBCA4111}"/>
              </a:ext>
            </a:extLst>
          </p:cNvPr>
          <p:cNvSpPr/>
          <p:nvPr/>
        </p:nvSpPr>
        <p:spPr bwMode="gray">
          <a:xfrm>
            <a:off x="11687175" y="1155586"/>
            <a:ext cx="1110890" cy="318977"/>
          </a:xfrm>
          <a:prstGeom prst="rect">
            <a:avLst/>
          </a:prstGeom>
          <a:solidFill>
            <a:schemeClr val="bg2">
              <a:alpha val="46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chorCtr="0"/>
          <a:lstStyle/>
          <a:p>
            <a:pPr marL="0" indent="0" algn="ctr">
              <a:spcBef>
                <a:spcPts val="500"/>
              </a:spcBef>
              <a:spcAft>
                <a:spcPts val="500"/>
              </a:spcAft>
              <a:buFont typeface="Wingdings" panose="05000000000000000000" pitchFamily="2" charset="2"/>
              <a:buNone/>
            </a:pPr>
            <a:r>
              <a:rPr lang="de-DE" sz="900">
                <a:solidFill>
                  <a:schemeClr val="tx1"/>
                </a:solidFill>
              </a:rPr>
              <a:t>Bspw. </a:t>
            </a:r>
            <a:r>
              <a:rPr lang="de-DE" sz="900" err="1">
                <a:solidFill>
                  <a:schemeClr val="tx1"/>
                </a:solidFill>
              </a:rPr>
              <a:t>XGBoost</a:t>
            </a:r>
            <a:endParaRPr lang="de-DE" sz="900">
              <a:solidFill>
                <a:schemeClr val="tx1"/>
              </a:solidFill>
            </a:endParaRPr>
          </a:p>
        </p:txBody>
      </p:sp>
      <p:sp>
        <p:nvSpPr>
          <p:cNvPr id="22" name="Rechteck 21">
            <a:extLst>
              <a:ext uri="{FF2B5EF4-FFF2-40B4-BE49-F238E27FC236}">
                <a16:creationId xmlns:a16="http://schemas.microsoft.com/office/drawing/2014/main" id="{7F59A52D-0652-FBA4-CBB0-E8D4DDB73540}"/>
              </a:ext>
            </a:extLst>
          </p:cNvPr>
          <p:cNvSpPr/>
          <p:nvPr/>
        </p:nvSpPr>
        <p:spPr bwMode="gray">
          <a:xfrm>
            <a:off x="6586689" y="3042373"/>
            <a:ext cx="1110890" cy="318977"/>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chorCtr="0"/>
          <a:lstStyle/>
          <a:p>
            <a:pPr marL="0" indent="0" algn="ctr">
              <a:spcBef>
                <a:spcPts val="500"/>
              </a:spcBef>
              <a:spcAft>
                <a:spcPts val="500"/>
              </a:spcAft>
              <a:buFont typeface="Wingdings" panose="05000000000000000000" pitchFamily="2" charset="2"/>
              <a:buNone/>
            </a:pPr>
            <a:r>
              <a:rPr lang="de-DE" sz="900" err="1">
                <a:solidFill>
                  <a:schemeClr val="tx1"/>
                </a:solidFill>
              </a:rPr>
              <a:t>Explainable</a:t>
            </a:r>
            <a:r>
              <a:rPr lang="de-DE" sz="900">
                <a:solidFill>
                  <a:schemeClr val="tx1"/>
                </a:solidFill>
              </a:rPr>
              <a:t> AI</a:t>
            </a:r>
          </a:p>
        </p:txBody>
      </p:sp>
      <p:sp>
        <p:nvSpPr>
          <p:cNvPr id="24" name="Rechteck 23">
            <a:extLst>
              <a:ext uri="{FF2B5EF4-FFF2-40B4-BE49-F238E27FC236}">
                <a16:creationId xmlns:a16="http://schemas.microsoft.com/office/drawing/2014/main" id="{7C6C293B-C5DA-9F6B-3A15-FCB4CE106FC7}"/>
              </a:ext>
            </a:extLst>
          </p:cNvPr>
          <p:cNvSpPr/>
          <p:nvPr/>
        </p:nvSpPr>
        <p:spPr bwMode="gray">
          <a:xfrm>
            <a:off x="11687175" y="3042372"/>
            <a:ext cx="1110890" cy="318977"/>
          </a:xfrm>
          <a:prstGeom prst="rect">
            <a:avLst/>
          </a:prstGeom>
          <a:solidFill>
            <a:schemeClr val="bg2">
              <a:alpha val="46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chorCtr="0"/>
          <a:lstStyle/>
          <a:p>
            <a:pPr marL="0" indent="0" algn="ctr">
              <a:spcBef>
                <a:spcPts val="500"/>
              </a:spcBef>
              <a:spcAft>
                <a:spcPts val="500"/>
              </a:spcAft>
              <a:buFont typeface="Wingdings" panose="05000000000000000000" pitchFamily="2" charset="2"/>
              <a:buNone/>
            </a:pPr>
            <a:r>
              <a:rPr lang="de-DE" sz="900">
                <a:solidFill>
                  <a:schemeClr val="tx1"/>
                </a:solidFill>
              </a:rPr>
              <a:t>Bspw. SHAP</a:t>
            </a:r>
          </a:p>
        </p:txBody>
      </p:sp>
    </p:spTree>
    <p:extLst>
      <p:ext uri="{BB962C8B-B14F-4D97-AF65-F5344CB8AC3E}">
        <p14:creationId xmlns:p14="http://schemas.microsoft.com/office/powerpoint/2010/main" val="127949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4" grpId="0" animBg="1"/>
    </p:bldLst>
  </p:timing>
  <p:extLst mod="1">
    <p:ext uri="{6950BFC3-D8DA-4A85-94F7-54DA5524770B}">
      <p188:commentRel xmlns="" xmlns:p188="http://schemas.microsoft.com/office/powerpoint/2018/8/main" r:id="rId6"/>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C39C8-D035-A1E4-4203-5FB9581BC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E6CB3-FB73-6B44-07AB-1E881C04EC4C}"/>
              </a:ext>
            </a:extLst>
          </p:cNvPr>
          <p:cNvSpPr>
            <a:spLocks noGrp="1"/>
          </p:cNvSpPr>
          <p:nvPr>
            <p:ph type="title"/>
          </p:nvPr>
        </p:nvSpPr>
        <p:spPr/>
        <p:txBody>
          <a:bodyPr/>
          <a:lstStyle/>
          <a:p>
            <a:r>
              <a:rPr lang="en-US"/>
              <a:t>Pearl’s ladder of causation </a:t>
            </a:r>
          </a:p>
        </p:txBody>
      </p:sp>
      <p:sp>
        <p:nvSpPr>
          <p:cNvPr id="4" name="Footer Placeholder 3">
            <a:extLst>
              <a:ext uri="{FF2B5EF4-FFF2-40B4-BE49-F238E27FC236}">
                <a16:creationId xmlns:a16="http://schemas.microsoft.com/office/drawing/2014/main" id="{88F79D4C-757C-ACF8-A454-F7D83866CB9D}"/>
              </a:ext>
            </a:extLst>
          </p:cNvPr>
          <p:cNvSpPr>
            <a:spLocks noGrp="1"/>
          </p:cNvSpPr>
          <p:nvPr>
            <p:ph type="ftr" sz="quarter" idx="11"/>
          </p:nvPr>
        </p:nvSpPr>
        <p:spPr/>
        <p:txBody>
          <a:bodyPr/>
          <a:lstStyle/>
          <a:p>
            <a:r>
              <a:rPr lang="de-DE"/>
              <a:t>DATEV eG</a:t>
            </a:r>
          </a:p>
        </p:txBody>
      </p:sp>
      <p:sp>
        <p:nvSpPr>
          <p:cNvPr id="6" name="Slide Number Placeholder 5">
            <a:extLst>
              <a:ext uri="{FF2B5EF4-FFF2-40B4-BE49-F238E27FC236}">
                <a16:creationId xmlns:a16="http://schemas.microsoft.com/office/drawing/2014/main" id="{666FD84D-7DB2-62A0-4906-020A264AAE3D}"/>
              </a:ext>
            </a:extLst>
          </p:cNvPr>
          <p:cNvSpPr>
            <a:spLocks noGrp="1"/>
          </p:cNvSpPr>
          <p:nvPr>
            <p:ph type="sldNum" sz="quarter" idx="12"/>
          </p:nvPr>
        </p:nvSpPr>
        <p:spPr/>
        <p:txBody>
          <a:bodyPr/>
          <a:lstStyle/>
          <a:p>
            <a:fld id="{D612FFA8-16F3-4D16-935C-858579C7B661}" type="slidenum">
              <a:rPr lang="de-DE" smtClean="0"/>
              <a:pPr/>
              <a:t>11</a:t>
            </a:fld>
            <a:endParaRPr lang="de-DE"/>
          </a:p>
        </p:txBody>
      </p:sp>
      <p:sp>
        <p:nvSpPr>
          <p:cNvPr id="7" name="SmartArt Placeholder 6">
            <a:extLst>
              <a:ext uri="{FF2B5EF4-FFF2-40B4-BE49-F238E27FC236}">
                <a16:creationId xmlns:a16="http://schemas.microsoft.com/office/drawing/2014/main" id="{56E97418-6ECB-19F9-A8E4-BCC7B87E2972}"/>
              </a:ext>
            </a:extLst>
          </p:cNvPr>
          <p:cNvSpPr>
            <a:spLocks noGrp="1"/>
          </p:cNvSpPr>
          <p:nvPr>
            <p:ph type="dgm" sz="quarter" idx="24"/>
          </p:nvPr>
        </p:nvSpPr>
        <p:spPr/>
        <p:txBody>
          <a:bodyPr/>
          <a:lstStyle/>
          <a:p>
            <a:endParaRPr lang="de-DE"/>
          </a:p>
        </p:txBody>
      </p:sp>
      <p:pic>
        <p:nvPicPr>
          <p:cNvPr id="8" name="Grafik 7">
            <a:extLst>
              <a:ext uri="{FF2B5EF4-FFF2-40B4-BE49-F238E27FC236}">
                <a16:creationId xmlns:a16="http://schemas.microsoft.com/office/drawing/2014/main" id="{128AFA9B-D224-D0D8-D691-DCF0DA552356}"/>
              </a:ext>
            </a:extLst>
          </p:cNvPr>
          <p:cNvPicPr>
            <a:picLocks noChangeAspect="1"/>
          </p:cNvPicPr>
          <p:nvPr/>
        </p:nvPicPr>
        <p:blipFill>
          <a:blip r:embed="rId2"/>
          <a:stretch>
            <a:fillRect/>
          </a:stretch>
        </p:blipFill>
        <p:spPr>
          <a:xfrm>
            <a:off x="4630192" y="0"/>
            <a:ext cx="5929314" cy="7095842"/>
          </a:xfrm>
          <a:prstGeom prst="rect">
            <a:avLst/>
          </a:prstGeom>
        </p:spPr>
      </p:pic>
      <p:sp>
        <p:nvSpPr>
          <p:cNvPr id="9" name="Textfeld 8">
            <a:extLst>
              <a:ext uri="{FF2B5EF4-FFF2-40B4-BE49-F238E27FC236}">
                <a16:creationId xmlns:a16="http://schemas.microsoft.com/office/drawing/2014/main" id="{93E54452-F407-2A18-F40F-2BC8CFABBB66}"/>
              </a:ext>
            </a:extLst>
          </p:cNvPr>
          <p:cNvSpPr txBox="1"/>
          <p:nvPr/>
        </p:nvSpPr>
        <p:spPr bwMode="gray">
          <a:xfrm>
            <a:off x="-703659" y="4889500"/>
            <a:ext cx="5250656" cy="1057275"/>
          </a:xfrm>
          <a:prstGeom prst="rect">
            <a:avLst/>
          </a:prstGeom>
          <a:noFill/>
        </p:spPr>
        <p:txBody>
          <a:bodyPr wrap="square" lIns="0" tIns="0" rIns="0" bIns="0" rtlCol="0" anchor="t">
            <a:noAutofit/>
          </a:bodyPr>
          <a:lstStyle/>
          <a:p>
            <a:pPr algn="ctr">
              <a:spcBef>
                <a:spcPts val="500"/>
              </a:spcBef>
              <a:spcAft>
                <a:spcPts val="500"/>
              </a:spcAft>
              <a:buClr>
                <a:schemeClr val="bg2"/>
              </a:buClr>
            </a:pPr>
            <a:r>
              <a:rPr lang="en-US" sz="1600" b="1" err="1">
                <a:solidFill>
                  <a:schemeClr val="bg2"/>
                </a:solidFill>
                <a:cs typeface="Segoe UI"/>
              </a:rPr>
              <a:t>Maschinelle</a:t>
            </a:r>
            <a:r>
              <a:rPr lang="en-US" sz="1600" b="1">
                <a:solidFill>
                  <a:schemeClr val="bg2"/>
                </a:solidFill>
                <a:cs typeface="Segoe UI"/>
              </a:rPr>
              <a:t> </a:t>
            </a:r>
            <a:r>
              <a:rPr lang="en-US" sz="1600" b="1" err="1">
                <a:solidFill>
                  <a:schemeClr val="bg2"/>
                </a:solidFill>
                <a:cs typeface="Segoe UI"/>
              </a:rPr>
              <a:t>Lernansätze</a:t>
            </a:r>
            <a:r>
              <a:rPr lang="en-US" sz="1600" b="1">
                <a:solidFill>
                  <a:schemeClr val="bg2"/>
                </a:solidFill>
                <a:cs typeface="Segoe UI"/>
              </a:rPr>
              <a:t> </a:t>
            </a:r>
          </a:p>
          <a:p>
            <a:pPr algn="ctr">
              <a:spcBef>
                <a:spcPts val="500"/>
              </a:spcBef>
              <a:spcAft>
                <a:spcPts val="500"/>
              </a:spcAft>
              <a:buClr>
                <a:schemeClr val="bg2"/>
              </a:buClr>
            </a:pPr>
            <a:r>
              <a:rPr lang="en-US" sz="1600" b="1">
                <a:solidFill>
                  <a:schemeClr val="bg2"/>
                </a:solidFill>
                <a:cs typeface="Segoe UI"/>
              </a:rPr>
              <a:t>(</a:t>
            </a:r>
            <a:r>
              <a:rPr lang="en-US" sz="1600" b="1" err="1">
                <a:solidFill>
                  <a:schemeClr val="bg2"/>
                </a:solidFill>
                <a:cs typeface="Segoe UI"/>
              </a:rPr>
              <a:t>kombiniert</a:t>
            </a:r>
            <a:r>
              <a:rPr lang="en-US" sz="1600" b="1">
                <a:solidFill>
                  <a:schemeClr val="bg2"/>
                </a:solidFill>
                <a:cs typeface="Segoe UI"/>
              </a:rPr>
              <a:t> </a:t>
            </a:r>
            <a:r>
              <a:rPr lang="en-US" sz="1600" b="1" err="1">
                <a:solidFill>
                  <a:schemeClr val="bg2"/>
                </a:solidFill>
                <a:cs typeface="Segoe UI"/>
              </a:rPr>
              <a:t>mit</a:t>
            </a:r>
            <a:r>
              <a:rPr lang="en-US" sz="1600" b="1">
                <a:solidFill>
                  <a:schemeClr val="bg2"/>
                </a:solidFill>
                <a:cs typeface="Segoe UI"/>
              </a:rPr>
              <a:t> XAI-</a:t>
            </a:r>
            <a:r>
              <a:rPr lang="en-US" sz="1600" b="1" err="1">
                <a:solidFill>
                  <a:schemeClr val="bg2"/>
                </a:solidFill>
                <a:cs typeface="Segoe UI"/>
              </a:rPr>
              <a:t>Ansätzen</a:t>
            </a:r>
            <a:r>
              <a:rPr lang="en-US" sz="1600" b="1">
                <a:solidFill>
                  <a:schemeClr val="bg2"/>
                </a:solidFill>
                <a:cs typeface="Segoe UI"/>
              </a:rPr>
              <a:t>)</a:t>
            </a:r>
            <a:endParaRPr lang="de-DE" sz="1600" b="1">
              <a:solidFill>
                <a:schemeClr val="bg2"/>
              </a:solidFill>
              <a:cs typeface="Segoe UI"/>
            </a:endParaRPr>
          </a:p>
        </p:txBody>
      </p:sp>
      <p:cxnSp>
        <p:nvCxnSpPr>
          <p:cNvPr id="12" name="Gerade Verbindung mit Pfeil 11">
            <a:extLst>
              <a:ext uri="{FF2B5EF4-FFF2-40B4-BE49-F238E27FC236}">
                <a16:creationId xmlns:a16="http://schemas.microsoft.com/office/drawing/2014/main" id="{A28AB9E9-B221-ED12-D87B-AB64B1C2103C}"/>
              </a:ext>
            </a:extLst>
          </p:cNvPr>
          <p:cNvCxnSpPr>
            <a:cxnSpLocks/>
          </p:cNvCxnSpPr>
          <p:nvPr/>
        </p:nvCxnSpPr>
        <p:spPr bwMode="gray">
          <a:xfrm>
            <a:off x="3691433" y="5169768"/>
            <a:ext cx="794743"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3C8CE03F-F787-1240-BEAA-A96E61B2BC39}"/>
              </a:ext>
            </a:extLst>
          </p:cNvPr>
          <p:cNvSpPr txBox="1"/>
          <p:nvPr/>
        </p:nvSpPr>
        <p:spPr bwMode="gray">
          <a:xfrm>
            <a:off x="10534848" y="5191676"/>
            <a:ext cx="2062228" cy="649904"/>
          </a:xfrm>
          <a:prstGeom prst="rect">
            <a:avLst/>
          </a:prstGeom>
          <a:noFill/>
        </p:spPr>
        <p:txBody>
          <a:bodyPr wrap="square" lIns="0" tIns="0" rIns="0" bIns="0" rtlCol="0">
            <a:noAutofit/>
          </a:bodyPr>
          <a:lstStyle/>
          <a:p>
            <a:pPr>
              <a:lnSpc>
                <a:spcPts val="1500"/>
              </a:lnSpc>
              <a:spcBef>
                <a:spcPts val="500"/>
              </a:spcBef>
              <a:spcAft>
                <a:spcPts val="500"/>
              </a:spcAft>
            </a:pPr>
            <a:r>
              <a:rPr lang="de-DE" sz="1200" b="1">
                <a:latin typeface="Calibri"/>
                <a:ea typeface="Calibri"/>
                <a:cs typeface="Calibri"/>
              </a:rPr>
              <a:t>             Sehen (Assoziation)</a:t>
            </a:r>
            <a:r>
              <a:rPr lang="de-DE" sz="1200">
                <a:latin typeface="Calibri"/>
                <a:ea typeface="Calibri"/>
                <a:cs typeface="Calibri"/>
              </a:rPr>
              <a:t>:</a:t>
            </a:r>
          </a:p>
          <a:p>
            <a:pPr algn="ctr">
              <a:lnSpc>
                <a:spcPts val="1500"/>
              </a:lnSpc>
              <a:spcBef>
                <a:spcPts val="500"/>
              </a:spcBef>
              <a:spcAft>
                <a:spcPts val="500"/>
              </a:spcAft>
            </a:pPr>
            <a:r>
              <a:rPr lang="de-DE" sz="1200">
                <a:latin typeface="Calibri"/>
                <a:ea typeface="Calibri"/>
                <a:cs typeface="Calibri"/>
              </a:rPr>
              <a:t>   </a:t>
            </a:r>
            <a:r>
              <a:rPr lang="de-DE" sz="1200">
                <a:latin typeface="Calibri"/>
                <a:ea typeface="Calibri"/>
                <a:cs typeface="Calibri"/>
                <a:sym typeface="Wingdings" panose="05000000000000000000" pitchFamily="2" charset="2"/>
              </a:rPr>
              <a:t> </a:t>
            </a:r>
            <a:r>
              <a:rPr lang="de-DE" sz="1200">
                <a:latin typeface="Calibri"/>
                <a:ea typeface="Calibri"/>
                <a:cs typeface="Calibri"/>
              </a:rPr>
              <a:t>Muster erkennen</a:t>
            </a:r>
            <a:endParaRPr lang="en-US" sz="1200">
              <a:latin typeface="Calibri"/>
              <a:ea typeface="Calibri"/>
              <a:cs typeface="Segoe UI"/>
            </a:endParaRPr>
          </a:p>
        </p:txBody>
      </p:sp>
      <p:sp>
        <p:nvSpPr>
          <p:cNvPr id="11" name="Textfeld 10">
            <a:extLst>
              <a:ext uri="{FF2B5EF4-FFF2-40B4-BE49-F238E27FC236}">
                <a16:creationId xmlns:a16="http://schemas.microsoft.com/office/drawing/2014/main" id="{9433418C-09CA-D732-6580-3AACF2B80680}"/>
              </a:ext>
            </a:extLst>
          </p:cNvPr>
          <p:cNvSpPr txBox="1"/>
          <p:nvPr/>
        </p:nvSpPr>
        <p:spPr bwMode="gray">
          <a:xfrm>
            <a:off x="10534848" y="3341202"/>
            <a:ext cx="2062228" cy="649904"/>
          </a:xfrm>
          <a:prstGeom prst="rect">
            <a:avLst/>
          </a:prstGeom>
          <a:noFill/>
        </p:spPr>
        <p:txBody>
          <a:bodyPr wrap="square" lIns="0" tIns="0" rIns="0" bIns="0" rtlCol="0">
            <a:noAutofit/>
          </a:bodyPr>
          <a:lstStyle/>
          <a:p>
            <a:pPr>
              <a:lnSpc>
                <a:spcPts val="1500"/>
              </a:lnSpc>
              <a:spcBef>
                <a:spcPts val="500"/>
              </a:spcBef>
              <a:spcAft>
                <a:spcPts val="500"/>
              </a:spcAft>
            </a:pPr>
            <a:r>
              <a:rPr lang="de-DE" sz="1200" b="1">
                <a:latin typeface="Calibri"/>
                <a:ea typeface="Calibri"/>
                <a:cs typeface="Calibri"/>
              </a:rPr>
              <a:t>             </a:t>
            </a:r>
            <a:r>
              <a:rPr lang="de-DE" sz="1200" b="1">
                <a:latin typeface="Calibri"/>
                <a:cs typeface="Segoe UI"/>
              </a:rPr>
              <a:t>Do (Intervention):</a:t>
            </a:r>
            <a:r>
              <a:rPr lang="de-DE" sz="1200">
                <a:latin typeface="Calibri"/>
                <a:cs typeface="Segoe UI"/>
              </a:rPr>
              <a:t> </a:t>
            </a:r>
          </a:p>
          <a:p>
            <a:pPr>
              <a:lnSpc>
                <a:spcPts val="1500"/>
              </a:lnSpc>
              <a:spcBef>
                <a:spcPts val="500"/>
              </a:spcBef>
              <a:spcAft>
                <a:spcPts val="500"/>
              </a:spcAft>
            </a:pPr>
            <a:r>
              <a:rPr lang="de-DE" sz="1200">
                <a:latin typeface="Calibri"/>
                <a:cs typeface="Segoe UI"/>
              </a:rPr>
              <a:t>        </a:t>
            </a:r>
            <a:r>
              <a:rPr lang="de-DE" sz="1200">
                <a:latin typeface="Calibri"/>
                <a:cs typeface="Segoe UI"/>
                <a:sym typeface="Wingdings" panose="05000000000000000000" pitchFamily="2" charset="2"/>
              </a:rPr>
              <a:t></a:t>
            </a:r>
            <a:r>
              <a:rPr lang="de-DE" sz="1200">
                <a:latin typeface="Calibri"/>
                <a:cs typeface="Segoe UI"/>
              </a:rPr>
              <a:t>  gezielt eingreifen</a:t>
            </a:r>
          </a:p>
          <a:p>
            <a:pPr>
              <a:lnSpc>
                <a:spcPts val="1500"/>
              </a:lnSpc>
              <a:spcBef>
                <a:spcPts val="500"/>
              </a:spcBef>
              <a:spcAft>
                <a:spcPts val="500"/>
              </a:spcAft>
            </a:pPr>
            <a:r>
              <a:rPr lang="de-DE" sz="1200">
                <a:latin typeface="Calibri"/>
                <a:cs typeface="Segoe UI"/>
                <a:sym typeface="Wingdings" panose="05000000000000000000" pitchFamily="2" charset="2"/>
              </a:rPr>
              <a:t>         </a:t>
            </a:r>
            <a:r>
              <a:rPr lang="de-DE" sz="1200">
                <a:latin typeface="Calibri"/>
                <a:cs typeface="Segoe UI"/>
              </a:rPr>
              <a:t>was passiert, wenn …?</a:t>
            </a:r>
            <a:endParaRPr lang="en-US" sz="1200">
              <a:latin typeface="Calibri"/>
              <a:ea typeface="Calibri"/>
              <a:cs typeface="Segoe UI"/>
            </a:endParaRPr>
          </a:p>
          <a:p>
            <a:pPr>
              <a:lnSpc>
                <a:spcPts val="1500"/>
              </a:lnSpc>
              <a:spcBef>
                <a:spcPts val="500"/>
              </a:spcBef>
              <a:spcAft>
                <a:spcPts val="500"/>
              </a:spcAft>
            </a:pPr>
            <a:endParaRPr lang="de-DE" sz="1200">
              <a:latin typeface="Calibri"/>
              <a:ea typeface="Calibri"/>
              <a:cs typeface="Calibri"/>
            </a:endParaRPr>
          </a:p>
        </p:txBody>
      </p:sp>
      <p:sp>
        <p:nvSpPr>
          <p:cNvPr id="13" name="Textfeld 12">
            <a:extLst>
              <a:ext uri="{FF2B5EF4-FFF2-40B4-BE49-F238E27FC236}">
                <a16:creationId xmlns:a16="http://schemas.microsoft.com/office/drawing/2014/main" id="{E2E6D2F0-7462-18A7-F9BC-6300F9C1023D}"/>
              </a:ext>
            </a:extLst>
          </p:cNvPr>
          <p:cNvSpPr txBox="1"/>
          <p:nvPr/>
        </p:nvSpPr>
        <p:spPr bwMode="gray">
          <a:xfrm>
            <a:off x="10534848" y="1625062"/>
            <a:ext cx="2062228" cy="649904"/>
          </a:xfrm>
          <a:prstGeom prst="rect">
            <a:avLst/>
          </a:prstGeom>
          <a:noFill/>
        </p:spPr>
        <p:txBody>
          <a:bodyPr wrap="square" lIns="0" tIns="0" rIns="0" bIns="0" rtlCol="0">
            <a:noAutofit/>
          </a:bodyPr>
          <a:lstStyle/>
          <a:p>
            <a:pPr algn="ctr">
              <a:lnSpc>
                <a:spcPts val="1500"/>
              </a:lnSpc>
              <a:spcBef>
                <a:spcPts val="500"/>
              </a:spcBef>
              <a:spcAft>
                <a:spcPts val="500"/>
              </a:spcAft>
            </a:pPr>
            <a:r>
              <a:rPr lang="de-DE" sz="1200" b="1">
                <a:latin typeface="Calibri"/>
                <a:ea typeface="Calibri"/>
                <a:cs typeface="Calibri"/>
              </a:rPr>
              <a:t>             </a:t>
            </a:r>
            <a:r>
              <a:rPr lang="de-DE" sz="1200" b="1" err="1">
                <a:latin typeface="Calibri"/>
                <a:cs typeface="Calibri"/>
              </a:rPr>
              <a:t>What</a:t>
            </a:r>
            <a:r>
              <a:rPr lang="de-DE" sz="1200" b="1">
                <a:latin typeface="Calibri"/>
                <a:cs typeface="Calibri"/>
              </a:rPr>
              <a:t> </a:t>
            </a:r>
            <a:r>
              <a:rPr lang="de-DE" sz="1200" b="1" err="1">
                <a:latin typeface="Calibri"/>
                <a:cs typeface="Calibri"/>
              </a:rPr>
              <a:t>if</a:t>
            </a:r>
            <a:r>
              <a:rPr lang="de-DE" sz="1200" b="1">
                <a:latin typeface="Calibri"/>
                <a:cs typeface="Calibri"/>
              </a:rPr>
              <a:t> I </a:t>
            </a:r>
            <a:r>
              <a:rPr lang="de-DE" sz="1200" b="1" err="1">
                <a:latin typeface="Calibri"/>
                <a:cs typeface="Calibri"/>
              </a:rPr>
              <a:t>had</a:t>
            </a:r>
            <a:r>
              <a:rPr lang="de-DE" sz="1200" b="1">
                <a:latin typeface="Calibri"/>
                <a:cs typeface="Calibri"/>
              </a:rPr>
              <a:t> </a:t>
            </a:r>
            <a:r>
              <a:rPr lang="de-DE" sz="1200" b="1" err="1">
                <a:latin typeface="Calibri"/>
                <a:cs typeface="Calibri"/>
              </a:rPr>
              <a:t>done</a:t>
            </a:r>
            <a:r>
              <a:rPr lang="de-DE" sz="1200" b="1">
                <a:latin typeface="Calibri"/>
                <a:cs typeface="Calibri"/>
              </a:rPr>
              <a:t>...: </a:t>
            </a:r>
            <a:r>
              <a:rPr lang="de-DE" sz="1200" b="1">
                <a:latin typeface="Calibri"/>
                <a:cs typeface="Calibri"/>
                <a:sym typeface="Wingdings" panose="05000000000000000000" pitchFamily="2" charset="2"/>
              </a:rPr>
              <a:t>     </a:t>
            </a:r>
            <a:r>
              <a:rPr lang="de-DE" sz="1200">
                <a:latin typeface="Calibri"/>
                <a:cs typeface="Calibri"/>
              </a:rPr>
              <a:t>alternative Szenarien simulieren die nicht beobachtet werden können</a:t>
            </a:r>
            <a:endParaRPr lang="de-DE" sz="1200">
              <a:latin typeface="Calibri"/>
              <a:ea typeface="Calibri"/>
              <a:cs typeface="Calibri"/>
            </a:endParaRPr>
          </a:p>
          <a:p>
            <a:pPr>
              <a:lnSpc>
                <a:spcPts val="1500"/>
              </a:lnSpc>
              <a:spcBef>
                <a:spcPts val="500"/>
              </a:spcBef>
              <a:spcAft>
                <a:spcPts val="500"/>
              </a:spcAft>
            </a:pPr>
            <a:endParaRPr lang="de-DE" sz="1200">
              <a:latin typeface="Calibri"/>
              <a:cs typeface="Segoe UI"/>
            </a:endParaRPr>
          </a:p>
        </p:txBody>
      </p:sp>
    </p:spTree>
    <p:extLst>
      <p:ext uri="{BB962C8B-B14F-4D97-AF65-F5344CB8AC3E}">
        <p14:creationId xmlns:p14="http://schemas.microsoft.com/office/powerpoint/2010/main" val="245201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Lst>
  </p:timing>
  <p:extLst mod="1">
    <p:ext uri="{6950BFC3-D8DA-4A85-94F7-54DA5524770B}">
      <p188:commentRel xmlns=""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194182-0BFA-A748-AE2A-9A8CD4D6EB54}"/>
              </a:ext>
            </a:extLst>
          </p:cNvPr>
          <p:cNvSpPr>
            <a:spLocks noGrp="1"/>
          </p:cNvSpPr>
          <p:nvPr>
            <p:ph type="title"/>
          </p:nvPr>
        </p:nvSpPr>
        <p:spPr>
          <a:xfrm>
            <a:off x="1750191" y="3081536"/>
            <a:ext cx="8640000" cy="1425575"/>
          </a:xfrm>
        </p:spPr>
        <p:txBody>
          <a:bodyPr/>
          <a:lstStyle/>
          <a:p>
            <a:pPr algn="ctr"/>
            <a:r>
              <a:rPr lang="de-DE"/>
              <a:t>Explainable Artificial Intelligence:</a:t>
            </a:r>
            <a:br>
              <a:rPr lang="de-DE"/>
            </a:br>
            <a:r>
              <a:rPr lang="de-DE"/>
              <a:t>Grundlagen</a:t>
            </a:r>
          </a:p>
        </p:txBody>
      </p:sp>
      <p:sp>
        <p:nvSpPr>
          <p:cNvPr id="5" name="Foliennummernplatzhalter 4">
            <a:extLst>
              <a:ext uri="{FF2B5EF4-FFF2-40B4-BE49-F238E27FC236}">
                <a16:creationId xmlns:a16="http://schemas.microsoft.com/office/drawing/2014/main" id="{5763F4BE-8D75-E846-905C-CF4B261883D3}"/>
              </a:ext>
            </a:extLst>
          </p:cNvPr>
          <p:cNvSpPr>
            <a:spLocks noGrp="1"/>
          </p:cNvSpPr>
          <p:nvPr>
            <p:ph type="sldNum" sz="quarter" idx="12"/>
          </p:nvPr>
        </p:nvSpPr>
        <p:spPr/>
        <p:txBody>
          <a:bodyPr/>
          <a:lstStyle/>
          <a:p>
            <a:fld id="{D612FFA8-16F3-4D16-935C-858579C7B661}" type="slidenum">
              <a:rPr lang="de-DE" smtClean="0"/>
              <a:pPr/>
              <a:t>12</a:t>
            </a:fld>
            <a:endParaRPr lang="de-DE"/>
          </a:p>
        </p:txBody>
      </p:sp>
      <p:pic>
        <p:nvPicPr>
          <p:cNvPr id="7" name="Grafik 6">
            <a:extLst>
              <a:ext uri="{FF2B5EF4-FFF2-40B4-BE49-F238E27FC236}">
                <a16:creationId xmlns:a16="http://schemas.microsoft.com/office/drawing/2014/main" id="{D6ADE48E-D684-1B40-9174-F899B142C909}"/>
              </a:ext>
            </a:extLst>
          </p:cNvPr>
          <p:cNvPicPr>
            <a:picLocks noChangeAspect="1"/>
          </p:cNvPicPr>
          <p:nvPr/>
        </p:nvPicPr>
        <p:blipFill>
          <a:blip r:embed="rId3"/>
          <a:stretch>
            <a:fillRect/>
          </a:stretch>
        </p:blipFill>
        <p:spPr>
          <a:xfrm>
            <a:off x="8884867" y="415429"/>
            <a:ext cx="2153816" cy="2153816"/>
          </a:xfrm>
          <a:prstGeom prst="rect">
            <a:avLst/>
          </a:prstGeom>
        </p:spPr>
      </p:pic>
    </p:spTree>
    <p:extLst>
      <p:ext uri="{BB962C8B-B14F-4D97-AF65-F5344CB8AC3E}">
        <p14:creationId xmlns:p14="http://schemas.microsoft.com/office/powerpoint/2010/main" val="376448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de-DE" err="1"/>
              <a:t>Explainable</a:t>
            </a:r>
            <a:r>
              <a:rPr lang="de-DE"/>
              <a:t> </a:t>
            </a:r>
            <a:r>
              <a:rPr lang="de-DE" err="1"/>
              <a:t>Artificial</a:t>
            </a:r>
            <a:r>
              <a:rPr lang="de-DE"/>
              <a:t> </a:t>
            </a:r>
            <a:r>
              <a:rPr lang="de-DE" err="1"/>
              <a:t>Intelligence: Dimensionen</a:t>
            </a:r>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13</a:t>
            </a:fld>
            <a:endParaRPr lang="de-DE"/>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txBody>
          <a:bodyPr/>
          <a:lstStyle/>
          <a:p>
            <a:endParaRPr lang="de-DE"/>
          </a:p>
        </p:txBody>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8" name="Footer Placeholder 3">
            <a:extLst>
              <a:ext uri="{FF2B5EF4-FFF2-40B4-BE49-F238E27FC236}">
                <a16:creationId xmlns:a16="http://schemas.microsoft.com/office/drawing/2014/main" id="{C1BD3A6C-FBC7-FC4E-C63C-40763FBFAC73}"/>
              </a:ext>
            </a:extLst>
          </p:cNvPr>
          <p:cNvSpPr>
            <a:spLocks noGrp="1"/>
          </p:cNvSpPr>
          <p:nvPr>
            <p:ph type="ftr" sz="quarter" idx="11"/>
          </p:nvPr>
        </p:nvSpPr>
        <p:spPr>
          <a:xfrm>
            <a:off x="454026" y="7042150"/>
            <a:ext cx="4319588" cy="236219"/>
          </a:xfrm>
        </p:spPr>
        <p:txBody>
          <a:bodyPr/>
          <a:lstStyle/>
          <a:p>
            <a:endParaRPr lang="de-DE"/>
          </a:p>
        </p:txBody>
      </p:sp>
      <p:pic>
        <p:nvPicPr>
          <p:cNvPr id="3" name="Grafik 2">
            <a:extLst>
              <a:ext uri="{FF2B5EF4-FFF2-40B4-BE49-F238E27FC236}">
                <a16:creationId xmlns:a16="http://schemas.microsoft.com/office/drawing/2014/main" id="{BF60D21F-9BF3-6948-9113-834F5B67545A}"/>
              </a:ext>
            </a:extLst>
          </p:cNvPr>
          <p:cNvPicPr>
            <a:picLocks noChangeAspect="1"/>
          </p:cNvPicPr>
          <p:nvPr/>
        </p:nvPicPr>
        <p:blipFill>
          <a:blip r:embed="rId3"/>
          <a:stretch>
            <a:fillRect/>
          </a:stretch>
        </p:blipFill>
        <p:spPr>
          <a:xfrm>
            <a:off x="490995" y="1641376"/>
            <a:ext cx="12042453" cy="4577361"/>
          </a:xfrm>
          <a:prstGeom prst="rect">
            <a:avLst/>
          </a:prstGeom>
        </p:spPr>
      </p:pic>
    </p:spTree>
    <p:extLst>
      <p:ext uri="{BB962C8B-B14F-4D97-AF65-F5344CB8AC3E}">
        <p14:creationId xmlns:p14="http://schemas.microsoft.com/office/powerpoint/2010/main" val="765195609"/>
      </p:ext>
    </p:extLst>
  </p:cSld>
  <p:clrMapOvr>
    <a:masterClrMapping/>
  </p:clrMapOvr>
  <p:extLst mod="1">
    <p:ext uri="{6950BFC3-D8DA-4A85-94F7-54DA5524770B}">
      <p188:commentRel xmlns="" xmlns:p188="http://schemas.microsoft.com/office/powerpoint/2018/8/main" r:id="rId4"/>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feld 65">
            <a:extLst>
              <a:ext uri="{FF2B5EF4-FFF2-40B4-BE49-F238E27FC236}">
                <a16:creationId xmlns:a16="http://schemas.microsoft.com/office/drawing/2014/main" id="{59C53ECC-3303-BB43-BBA8-486D0C2ECE9B}"/>
              </a:ext>
            </a:extLst>
          </p:cNvPr>
          <p:cNvSpPr txBox="1"/>
          <p:nvPr/>
        </p:nvSpPr>
        <p:spPr bwMode="gray">
          <a:xfrm>
            <a:off x="454025" y="921296"/>
            <a:ext cx="9793088" cy="1224136"/>
          </a:xfrm>
          <a:prstGeom prst="rect">
            <a:avLst/>
          </a:prstGeom>
          <a:noFill/>
        </p:spPr>
        <p:txBody>
          <a:bodyPr wrap="square" lIns="0" tIns="0" rIns="0" bIns="0" rtlCol="0">
            <a:noAutofit/>
          </a:bodyPr>
          <a:lstStyle/>
          <a:p>
            <a:pPr>
              <a:spcBef>
                <a:spcPts val="500"/>
              </a:spcBef>
              <a:spcAft>
                <a:spcPts val="500"/>
              </a:spcAft>
              <a:buClr>
                <a:schemeClr val="bg2"/>
              </a:buClr>
            </a:pPr>
            <a:endParaRPr lang="de-DE" sz="2000"/>
          </a:p>
          <a:p>
            <a:pPr>
              <a:spcBef>
                <a:spcPts val="500"/>
              </a:spcBef>
              <a:spcAft>
                <a:spcPts val="500"/>
              </a:spcAft>
              <a:buClr>
                <a:schemeClr val="bg2"/>
              </a:buClr>
            </a:pPr>
            <a:endParaRPr lang="de-DE"/>
          </a:p>
          <a:p>
            <a:pPr marL="285750" indent="-285750">
              <a:spcBef>
                <a:spcPts val="500"/>
              </a:spcBef>
              <a:spcAft>
                <a:spcPts val="500"/>
              </a:spcAft>
              <a:buClr>
                <a:schemeClr val="bg2"/>
              </a:buClr>
              <a:buFont typeface="Arial" panose="020B0604020202020204" pitchFamily="34" charset="0"/>
              <a:buChar char="•"/>
            </a:pPr>
            <a:endParaRPr lang="de-DE" sz="2000"/>
          </a:p>
          <a:p>
            <a:pPr marL="0" indent="0" algn="l">
              <a:spcBef>
                <a:spcPts val="500"/>
              </a:spcBef>
              <a:spcAft>
                <a:spcPts val="500"/>
              </a:spcAft>
              <a:buClr>
                <a:schemeClr val="bg2"/>
              </a:buClr>
              <a:buFont typeface="Wingdings" panose="05000000000000000000" pitchFamily="2" charset="2"/>
              <a:buNone/>
            </a:pPr>
            <a:endParaRPr lang="de-DE" sz="2000"/>
          </a:p>
        </p:txBody>
      </p:sp>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de-DE" err="1"/>
              <a:t>Explainable</a:t>
            </a:r>
            <a:r>
              <a:rPr lang="de-DE"/>
              <a:t> </a:t>
            </a:r>
            <a:r>
              <a:rPr lang="de-DE" err="1"/>
              <a:t>Artificial</a:t>
            </a:r>
            <a:r>
              <a:rPr lang="de-DE"/>
              <a:t> </a:t>
            </a:r>
            <a:r>
              <a:rPr lang="de-DE" err="1"/>
              <a:t>Intelligence: Prozess</a:t>
            </a:r>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14</a:t>
            </a:fld>
            <a:endParaRPr lang="de-DE"/>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txBody>
          <a:bodyPr/>
          <a:lstStyle/>
          <a:p>
            <a:endParaRPr lang="de-DE"/>
          </a:p>
        </p:txBody>
      </p:sp>
      <p:sp>
        <p:nvSpPr>
          <p:cNvPr id="43" name="Textfeld 42">
            <a:extLst>
              <a:ext uri="{FF2B5EF4-FFF2-40B4-BE49-F238E27FC236}">
                <a16:creationId xmlns:a16="http://schemas.microsoft.com/office/drawing/2014/main" id="{5EDD1DA5-4322-CB40-8CD0-0D069E502411}"/>
              </a:ext>
            </a:extLst>
          </p:cNvPr>
          <p:cNvSpPr txBox="1"/>
          <p:nvPr/>
        </p:nvSpPr>
        <p:spPr bwMode="gray">
          <a:xfrm>
            <a:off x="3856803" y="48491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35" name="Rechteck 34">
            <a:extLst>
              <a:ext uri="{FF2B5EF4-FFF2-40B4-BE49-F238E27FC236}">
                <a16:creationId xmlns:a16="http://schemas.microsoft.com/office/drawing/2014/main" id="{C1FAD130-1B02-A548-8634-1D246334B8DF}"/>
              </a:ext>
            </a:extLst>
          </p:cNvPr>
          <p:cNvSpPr/>
          <p:nvPr/>
        </p:nvSpPr>
        <p:spPr>
          <a:xfrm>
            <a:off x="1527490" y="3675054"/>
            <a:ext cx="1346280" cy="584771"/>
          </a:xfrm>
          <a:prstGeom prst="rect">
            <a:avLst/>
          </a:prstGeom>
          <a:solidFill>
            <a:srgbClr val="FFFFFF"/>
          </a:solidFill>
          <a:ln w="19050" cap="flat">
            <a:solidFill>
              <a:srgbClr val="5B9BD5"/>
            </a:solidFill>
            <a:prstDash val="solid"/>
            <a:round/>
          </a:ln>
          <a:effectLst/>
          <a:sp3d/>
        </p:spPr>
        <p:txBody>
          <a:bodyPr rot="0" spcFirstLastPara="1" vertOverflow="overflow" horzOverflow="overflow" vert="horz" wrap="square" lIns="45718" tIns="45718" rIns="45718" bIns="45718" numCol="1" spcCol="38100" rtlCol="0" anchor="ctr">
            <a:spAutoFit/>
          </a:bodyPr>
          <a:lstStyle/>
          <a:p>
            <a:pPr marL="0" marR="0" lvl="0" indent="0" algn="ctr" defTabSz="639257" eaLnBrk="1" fontAlgn="auto" latinLnBrk="0" hangingPunct="0">
              <a:lnSpc>
                <a:spcPct val="100000"/>
              </a:lnSpc>
              <a:spcBef>
                <a:spcPts val="0"/>
              </a:spcBef>
              <a:spcAft>
                <a:spcPts val="0"/>
              </a:spcAft>
              <a:buClrTx/>
              <a:buSzTx/>
              <a:buFontTx/>
              <a:buNone/>
              <a:tabLst/>
              <a:defRPr/>
            </a:pPr>
            <a:r>
              <a:rPr kumimoji="0" lang="de-DE" sz="1600" b="0" i="0" u="none" strike="noStrike" kern="0" cap="none" spc="0" normalizeH="0" baseline="0" noProof="0">
                <a:ln>
                  <a:noFill/>
                </a:ln>
                <a:solidFill>
                  <a:srgbClr val="000000"/>
                </a:solidFill>
                <a:effectLst/>
                <a:uLnTx/>
                <a:uFillTx/>
                <a:latin typeface="Helvetica"/>
                <a:sym typeface="Helvetica"/>
              </a:rPr>
              <a:t>new observation </a:t>
            </a:r>
            <a:r>
              <a:rPr lang="de-DE" sz="1600" b="1" kern="0">
                <a:solidFill>
                  <a:srgbClr val="000000"/>
                </a:solidFill>
                <a:latin typeface="Helvetica"/>
                <a:sym typeface="Helvetica"/>
              </a:rPr>
              <a:t>x</a:t>
            </a:r>
            <a:endParaRPr kumimoji="0" lang="de-DE" sz="1600" b="1" i="1" u="none" strike="noStrike" kern="0" cap="none" spc="0" normalizeH="0" baseline="-25000" noProof="0">
              <a:ln>
                <a:noFill/>
              </a:ln>
              <a:solidFill>
                <a:srgbClr val="000000"/>
              </a:solidFill>
              <a:effectLst/>
              <a:uLnTx/>
              <a:uFillTx/>
              <a:latin typeface="Helvetica"/>
              <a:sym typeface="Helvetica"/>
            </a:endParaRPr>
          </a:p>
        </p:txBody>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38" name="Textfeld 37">
            <a:extLst>
              <a:ext uri="{FF2B5EF4-FFF2-40B4-BE49-F238E27FC236}">
                <a16:creationId xmlns:a16="http://schemas.microsoft.com/office/drawing/2014/main" id="{9B86CBC4-6875-E24B-BE54-C884E77630AC}"/>
              </a:ext>
            </a:extLst>
          </p:cNvPr>
          <p:cNvSpPr txBox="1"/>
          <p:nvPr/>
        </p:nvSpPr>
        <p:spPr bwMode="gray">
          <a:xfrm>
            <a:off x="3498504" y="5861949"/>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40" name="Rechteck 39">
            <a:extLst>
              <a:ext uri="{FF2B5EF4-FFF2-40B4-BE49-F238E27FC236}">
                <a16:creationId xmlns:a16="http://schemas.microsoft.com/office/drawing/2014/main" id="{9C70789D-733F-CF46-B91D-2432435B7511}"/>
              </a:ext>
            </a:extLst>
          </p:cNvPr>
          <p:cNvSpPr/>
          <p:nvPr/>
        </p:nvSpPr>
        <p:spPr>
          <a:xfrm>
            <a:off x="6718424" y="2908548"/>
            <a:ext cx="4487147" cy="2160000"/>
          </a:xfrm>
          <a:prstGeom prst="rect">
            <a:avLst/>
          </a:prstGeom>
          <a:solidFill>
            <a:srgbClr val="FFFFFF">
              <a:alpha val="0"/>
            </a:srgbClr>
          </a:solidFill>
          <a:ln w="25400" cap="flat">
            <a:solidFill>
              <a:schemeClr val="bg2"/>
            </a:solidFill>
            <a:prstDash val="solid"/>
            <a:round/>
          </a:ln>
          <a:effectLst/>
          <a:sp3d/>
        </p:spPr>
        <p:txBody>
          <a:bodyPr rot="0" spcFirstLastPara="1" vertOverflow="overflow" horzOverflow="overflow" vert="horz" wrap="square" lIns="45718" tIns="45718" rIns="45718" bIns="45718" numCol="1" spcCol="38100" rtlCol="0" anchor="ctr">
            <a:spAutoFit/>
          </a:bodyPr>
          <a:lstStyle/>
          <a:p>
            <a:pPr marL="0" marR="0" lvl="0" indent="0" defTabSz="639257" eaLnBrk="1" fontAlgn="auto" latinLnBrk="0" hangingPunct="0">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latin typeface="Helvetica"/>
              <a:sym typeface="Helvetica"/>
            </a:endParaRPr>
          </a:p>
        </p:txBody>
      </p:sp>
      <p:sp>
        <p:nvSpPr>
          <p:cNvPr id="42" name="Textfeld 41">
            <a:extLst>
              <a:ext uri="{FF2B5EF4-FFF2-40B4-BE49-F238E27FC236}">
                <a16:creationId xmlns:a16="http://schemas.microsoft.com/office/drawing/2014/main" id="{68C04A63-9F90-294F-914E-8BF02EEEF868}"/>
              </a:ext>
            </a:extLst>
          </p:cNvPr>
          <p:cNvSpPr txBox="1"/>
          <p:nvPr/>
        </p:nvSpPr>
        <p:spPr bwMode="gray">
          <a:xfrm>
            <a:off x="3778430" y="54031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47" name="Textfeld 46">
            <a:extLst>
              <a:ext uri="{FF2B5EF4-FFF2-40B4-BE49-F238E27FC236}">
                <a16:creationId xmlns:a16="http://schemas.microsoft.com/office/drawing/2014/main" id="{078740C2-5353-9A42-AB81-28ED8727A8D5}"/>
              </a:ext>
            </a:extLst>
          </p:cNvPr>
          <p:cNvSpPr txBox="1"/>
          <p:nvPr/>
        </p:nvSpPr>
        <p:spPr>
          <a:xfrm>
            <a:off x="6693097" y="3134968"/>
            <a:ext cx="4489823" cy="584771"/>
          </a:xfrm>
          <a:prstGeom prst="rect">
            <a:avLst/>
          </a:prstGeom>
          <a:noFill/>
          <a:ln w="12700" cap="flat">
            <a:noFill/>
            <a:miter lim="400000"/>
          </a:ln>
          <a:effectLst/>
          <a:sp3d/>
        </p:spPr>
        <p:txBody>
          <a:bodyPr rot="0" spcFirstLastPara="1" vertOverflow="overflow" horzOverflow="overflow" vert="horz" wrap="square" lIns="45718" tIns="45718" rIns="45718" bIns="45718" numCol="1" spcCol="38100" rtlCol="0" anchor="t">
            <a:spAutoFit/>
          </a:bodyPr>
          <a:lstStyle/>
          <a:p>
            <a:pPr marL="0" marR="0" lvl="0" indent="0" algn="ctr" defTabSz="639257" eaLnBrk="1" fontAlgn="auto" latinLnBrk="0" hangingPunct="0">
              <a:lnSpc>
                <a:spcPct val="100000"/>
              </a:lnSpc>
              <a:spcBef>
                <a:spcPts val="0"/>
              </a:spcBef>
              <a:spcAft>
                <a:spcPts val="0"/>
              </a:spcAft>
              <a:buClrTx/>
              <a:buSzTx/>
              <a:buFontTx/>
              <a:buNone/>
              <a:tabLst/>
              <a:defRPr/>
            </a:pPr>
            <a:r>
              <a:rPr kumimoji="0" lang="de-DE" sz="1600" b="0" i="0" u="none" strike="noStrike" kern="0" cap="none" spc="0" normalizeH="0" baseline="0" noProof="0">
                <a:ln>
                  <a:noFill/>
                </a:ln>
                <a:solidFill>
                  <a:srgbClr val="000000"/>
                </a:solidFill>
                <a:effectLst/>
                <a:uLnTx/>
                <a:uFillTx/>
                <a:latin typeface="Helvetica"/>
                <a:sym typeface="Helvetica"/>
              </a:rPr>
              <a:t>explain </a:t>
            </a:r>
          </a:p>
          <a:p>
            <a:pPr marL="0" marR="0" lvl="0" indent="0" algn="ctr" defTabSz="639257" eaLnBrk="1" fontAlgn="auto" latinLnBrk="0" hangingPunct="0">
              <a:lnSpc>
                <a:spcPct val="100000"/>
              </a:lnSpc>
              <a:spcBef>
                <a:spcPts val="0"/>
              </a:spcBef>
              <a:spcAft>
                <a:spcPts val="0"/>
              </a:spcAft>
              <a:buClrTx/>
              <a:buSzTx/>
              <a:buFontTx/>
              <a:buNone/>
              <a:tabLst/>
              <a:defRPr/>
            </a:pPr>
            <a:r>
              <a:rPr kumimoji="0" lang="de-DE" sz="1600" b="0" i="0" u="none" strike="noStrike" kern="0" cap="none" spc="0" normalizeH="0" baseline="0" noProof="0">
                <a:ln>
                  <a:noFill/>
                </a:ln>
                <a:solidFill>
                  <a:srgbClr val="000000"/>
                </a:solidFill>
                <a:effectLst/>
                <a:uLnTx/>
                <a:uFillTx/>
                <a:latin typeface="Helvetica"/>
                <a:sym typeface="Helvetica"/>
              </a:rPr>
              <a:t>classification of </a:t>
            </a:r>
            <a:r>
              <a:rPr lang="de-DE" sz="1600" b="1" kern="0">
                <a:solidFill>
                  <a:srgbClr val="000000"/>
                </a:solidFill>
                <a:latin typeface="Helvetica"/>
                <a:sym typeface="Helvetica"/>
              </a:rPr>
              <a:t>x</a:t>
            </a:r>
            <a:endParaRPr kumimoji="0" lang="de-DE" sz="1600" b="1" i="0" u="none" strike="noStrike" kern="0" cap="none" spc="0" normalizeH="0" baseline="0" noProof="0">
              <a:ln>
                <a:noFill/>
              </a:ln>
              <a:solidFill>
                <a:srgbClr val="000000"/>
              </a:solidFill>
              <a:effectLst/>
              <a:uLnTx/>
              <a:uFillTx/>
              <a:latin typeface="Helvetica"/>
              <a:sym typeface="Helvetica"/>
            </a:endParaRPr>
          </a:p>
        </p:txBody>
      </p:sp>
      <p:sp>
        <p:nvSpPr>
          <p:cNvPr id="49" name="Textfeld 48">
            <a:extLst>
              <a:ext uri="{FF2B5EF4-FFF2-40B4-BE49-F238E27FC236}">
                <a16:creationId xmlns:a16="http://schemas.microsoft.com/office/drawing/2014/main" id="{47C84009-C1A9-2E4D-8EE4-62C67F996BF9}"/>
              </a:ext>
            </a:extLst>
          </p:cNvPr>
          <p:cNvSpPr txBox="1"/>
          <p:nvPr/>
        </p:nvSpPr>
        <p:spPr>
          <a:xfrm>
            <a:off x="8086576" y="3857269"/>
            <a:ext cx="1674012" cy="584771"/>
          </a:xfrm>
          <a:prstGeom prst="rect">
            <a:avLst/>
          </a:prstGeom>
          <a:noFill/>
          <a:ln w="12700" cap="flat">
            <a:noFill/>
            <a:miter lim="400000"/>
          </a:ln>
          <a:effectLst/>
          <a:sp3d/>
        </p:spPr>
        <p:txBody>
          <a:bodyPr rot="0" spcFirstLastPara="1" vertOverflow="overflow" horzOverflow="overflow" vert="horz" wrap="square" lIns="45718" tIns="45718" rIns="45718" bIns="45718" numCol="1" spcCol="38100" rtlCol="0" anchor="t">
            <a:spAutoFit/>
          </a:bodyPr>
          <a:lstStyle/>
          <a:p>
            <a:pPr marL="0" marR="0" lvl="0" indent="0" algn="ctr" defTabSz="639257" eaLnBrk="1" fontAlgn="auto" latinLnBrk="0" hangingPunct="0">
              <a:lnSpc>
                <a:spcPct val="100000"/>
              </a:lnSpc>
              <a:spcBef>
                <a:spcPts val="0"/>
              </a:spcBef>
              <a:spcAft>
                <a:spcPts val="0"/>
              </a:spcAft>
              <a:buClrTx/>
              <a:buSzTx/>
              <a:buFontTx/>
              <a:buNone/>
              <a:tabLst/>
              <a:defRPr/>
            </a:pPr>
            <a:r>
              <a:rPr kumimoji="0" lang="de-DE" sz="1600" b="0" i="0" u="none" strike="noStrike" kern="0" cap="none" spc="0" normalizeH="0" baseline="0" noProof="0">
                <a:ln>
                  <a:noFill/>
                </a:ln>
                <a:solidFill>
                  <a:srgbClr val="000000"/>
                </a:solidFill>
                <a:effectLst/>
                <a:uLnTx/>
                <a:uFillTx/>
                <a:latin typeface="Helvetica"/>
                <a:sym typeface="Helvetica"/>
              </a:rPr>
              <a:t>correct</a:t>
            </a:r>
          </a:p>
          <a:p>
            <a:pPr marL="0" marR="0" lvl="0" indent="0" algn="ctr" defTabSz="639257" eaLnBrk="1" fontAlgn="auto" latinLnBrk="0" hangingPunct="0">
              <a:lnSpc>
                <a:spcPct val="100000"/>
              </a:lnSpc>
              <a:spcBef>
                <a:spcPts val="0"/>
              </a:spcBef>
              <a:spcAft>
                <a:spcPts val="0"/>
              </a:spcAft>
              <a:buClrTx/>
              <a:buSzTx/>
              <a:buFontTx/>
              <a:buNone/>
              <a:tabLst/>
              <a:defRPr/>
            </a:pPr>
            <a:r>
              <a:rPr kumimoji="0" lang="de-DE" sz="1600" b="0" i="0" u="none" strike="noStrike" kern="0" cap="none" spc="0" normalizeH="0" baseline="0" noProof="0">
                <a:ln>
                  <a:noFill/>
                </a:ln>
                <a:solidFill>
                  <a:srgbClr val="000000"/>
                </a:solidFill>
                <a:effectLst/>
                <a:uLnTx/>
                <a:uFillTx/>
                <a:latin typeface="Helvetica"/>
                <a:sym typeface="Helvetica"/>
              </a:rPr>
              <a:t>classification of </a:t>
            </a:r>
            <a:r>
              <a:rPr lang="de-DE" sz="1600" b="1" kern="0">
                <a:solidFill>
                  <a:srgbClr val="000000"/>
                </a:solidFill>
                <a:latin typeface="Helvetica"/>
                <a:sym typeface="Helvetica"/>
              </a:rPr>
              <a:t>x</a:t>
            </a:r>
            <a:endParaRPr kumimoji="0" lang="de-DE" sz="1600" b="1" i="0" u="none" strike="noStrike" kern="0" cap="none" spc="0" normalizeH="0" baseline="0" noProof="0">
              <a:ln>
                <a:noFill/>
              </a:ln>
              <a:solidFill>
                <a:srgbClr val="000000"/>
              </a:solidFill>
              <a:effectLst/>
              <a:uLnTx/>
              <a:uFillTx/>
              <a:latin typeface="Helvetica"/>
              <a:sym typeface="Helvetica"/>
            </a:endParaRPr>
          </a:p>
        </p:txBody>
      </p:sp>
      <p:sp>
        <p:nvSpPr>
          <p:cNvPr id="51" name="Textfeld 50">
            <a:extLst>
              <a:ext uri="{FF2B5EF4-FFF2-40B4-BE49-F238E27FC236}">
                <a16:creationId xmlns:a16="http://schemas.microsoft.com/office/drawing/2014/main" id="{0FBDFEB1-8717-5446-9AD0-D3DE041A1C46}"/>
              </a:ext>
            </a:extLst>
          </p:cNvPr>
          <p:cNvSpPr txBox="1"/>
          <p:nvPr/>
        </p:nvSpPr>
        <p:spPr>
          <a:xfrm>
            <a:off x="4915143" y="3326714"/>
            <a:ext cx="1653655" cy="338550"/>
          </a:xfrm>
          <a:prstGeom prst="rect">
            <a:avLst/>
          </a:prstGeom>
          <a:noFill/>
          <a:ln w="12700" cap="flat">
            <a:noFill/>
            <a:miter lim="400000"/>
          </a:ln>
          <a:effectLst/>
          <a:sp3d/>
        </p:spPr>
        <p:txBody>
          <a:bodyPr rot="0" spcFirstLastPara="1" vertOverflow="overflow" horzOverflow="overflow" vert="horz" wrap="none" lIns="45718" tIns="45718" rIns="45718" bIns="45718" numCol="1" spcCol="38100" rtlCol="0" anchor="t">
            <a:spAutoFit/>
          </a:bodyPr>
          <a:lstStyle/>
          <a:p>
            <a:pPr marL="0" marR="0" lvl="0" indent="0" algn="ctr" defTabSz="639257" eaLnBrk="1" fontAlgn="auto" latinLnBrk="0" hangingPunct="0">
              <a:lnSpc>
                <a:spcPct val="100000"/>
              </a:lnSpc>
              <a:spcBef>
                <a:spcPts val="0"/>
              </a:spcBef>
              <a:spcAft>
                <a:spcPts val="0"/>
              </a:spcAft>
              <a:buClrTx/>
              <a:buSzTx/>
              <a:buFontTx/>
              <a:buNone/>
              <a:tabLst/>
              <a:defRPr/>
            </a:pPr>
            <a:r>
              <a:rPr kumimoji="0" lang="de-DE" sz="1600" b="0" i="0" u="none" strike="noStrike" kern="0" cap="none" spc="0" normalizeH="0" baseline="0" noProof="0">
                <a:ln>
                  <a:noFill/>
                </a:ln>
                <a:solidFill>
                  <a:srgbClr val="000000"/>
                </a:solidFill>
                <a:effectLst/>
                <a:uLnTx/>
                <a:uFillTx/>
                <a:latin typeface="Helvetica"/>
                <a:sym typeface="Helvetica"/>
              </a:rPr>
              <a:t>classification of </a:t>
            </a:r>
            <a:r>
              <a:rPr lang="de-DE" sz="1600" b="1" kern="0">
                <a:solidFill>
                  <a:srgbClr val="000000"/>
                </a:solidFill>
                <a:latin typeface="Helvetica"/>
                <a:sym typeface="Helvetica"/>
              </a:rPr>
              <a:t>x</a:t>
            </a:r>
            <a:endParaRPr kumimoji="0" lang="de-DE" sz="1600" b="1" i="0" u="none" strike="noStrike" kern="0" cap="none" spc="0" normalizeH="0" baseline="0" noProof="0">
              <a:ln>
                <a:noFill/>
              </a:ln>
              <a:solidFill>
                <a:srgbClr val="000000"/>
              </a:solidFill>
              <a:effectLst/>
              <a:uLnTx/>
              <a:uFillTx/>
              <a:latin typeface="Helvetica"/>
              <a:sym typeface="Helvetica"/>
            </a:endParaRPr>
          </a:p>
        </p:txBody>
      </p:sp>
      <p:sp>
        <p:nvSpPr>
          <p:cNvPr id="52" name="Rechteck 3">
            <a:extLst>
              <a:ext uri="{FF2B5EF4-FFF2-40B4-BE49-F238E27FC236}">
                <a16:creationId xmlns:a16="http://schemas.microsoft.com/office/drawing/2014/main" id="{A853C0FC-A0AC-1443-830F-305B84573E82}"/>
              </a:ext>
            </a:extLst>
          </p:cNvPr>
          <p:cNvSpPr/>
          <p:nvPr/>
        </p:nvSpPr>
        <p:spPr>
          <a:xfrm>
            <a:off x="3675083" y="3007238"/>
            <a:ext cx="1092085" cy="1986233"/>
          </a:xfrm>
          <a:prstGeom prst="rect">
            <a:avLst/>
          </a:prstGeom>
          <a:solidFill>
            <a:srgbClr val="000000"/>
          </a:solidFill>
          <a:ln w="12700">
            <a:solidFill>
              <a:srgbClr val="000000"/>
            </a:solidFill>
            <a:miter/>
          </a:ln>
        </p:spPr>
        <p:txBody>
          <a:bodyPr lIns="45718" tIns="45718" rIns="45718" bIns="45718" anchor="ctr"/>
          <a:lstStyle/>
          <a:p>
            <a:pPr marL="0" marR="0" lvl="0" indent="0" algn="ctr" defTabSz="639257" eaLnBrk="1" fontAlgn="auto" latinLnBrk="0" hangingPunct="0">
              <a:lnSpc>
                <a:spcPct val="100000"/>
              </a:lnSpc>
              <a:spcBef>
                <a:spcPts val="0"/>
              </a:spcBef>
              <a:spcAft>
                <a:spcPts val="0"/>
              </a:spcAft>
              <a:buClrTx/>
              <a:buSzTx/>
              <a:buFontTx/>
              <a:buNone/>
              <a:tabLst/>
              <a:defRPr sz="700">
                <a:solidFill>
                  <a:srgbClr val="FFFFFF"/>
                </a:solidFill>
                <a:latin typeface="+mj-lt"/>
                <a:ea typeface="+mj-ea"/>
                <a:cs typeface="+mj-cs"/>
                <a:sym typeface="Calibri"/>
              </a:defRPr>
            </a:pPr>
            <a:r>
              <a:rPr kumimoji="0" lang="de-DE" sz="1600" b="0" i="0" u="none" strike="noStrike" kern="0" cap="none" spc="0" normalizeH="0" baseline="0" noProof="0">
                <a:ln>
                  <a:noFill/>
                </a:ln>
                <a:solidFill>
                  <a:srgbClr val="FFFFFF"/>
                </a:solidFill>
                <a:effectLst/>
                <a:uLnTx/>
                <a:uFillTx/>
                <a:latin typeface="Calibri"/>
                <a:ea typeface="+mj-ea"/>
                <a:cs typeface="Calibri"/>
                <a:sym typeface="Calibri"/>
              </a:rPr>
              <a:t>Model </a:t>
            </a:r>
          </a:p>
          <a:p>
            <a:pPr lvl="0" algn="ctr" defTabSz="639257" hangingPunct="0">
              <a:defRPr sz="700">
                <a:solidFill>
                  <a:srgbClr val="FFFFFF"/>
                </a:solidFill>
                <a:latin typeface="+mj-lt"/>
                <a:ea typeface="+mj-ea"/>
                <a:cs typeface="+mj-cs"/>
                <a:sym typeface="Calibri"/>
              </a:defRPr>
            </a:pPr>
            <a:r>
              <a:rPr lang="de-DE" sz="1600" i="1" kern="0">
                <a:solidFill>
                  <a:srgbClr val="FFFFFF"/>
                </a:solidFill>
                <a:latin typeface="Calibri"/>
                <a:ea typeface="+mj-ea"/>
                <a:cs typeface="Calibri"/>
                <a:sym typeface="Calibri"/>
              </a:rPr>
              <a:t>f : X </a:t>
            </a:r>
            <a:r>
              <a:rPr lang="de-DE" sz="1600">
                <a:solidFill>
                  <a:srgbClr val="FFFFFF"/>
                </a:solidFill>
                <a:latin typeface="Times New Roman" panose="02020603050405020304" pitchFamily="18" charset="0"/>
                <a:cs typeface="Times New Roman" panose="02020603050405020304" pitchFamily="18" charset="0"/>
                <a:sym typeface="Wingdings" pitchFamily="2" charset="2"/>
              </a:rPr>
              <a:t>→</a:t>
            </a:r>
            <a:r>
              <a:rPr lang="de-DE" sz="1600" i="1" kern="0">
                <a:solidFill>
                  <a:srgbClr val="FFFFFF"/>
                </a:solidFill>
                <a:latin typeface="Calibri"/>
                <a:ea typeface="+mj-ea"/>
                <a:cs typeface="Calibri"/>
                <a:sym typeface="Calibri"/>
              </a:rPr>
              <a:t> C</a:t>
            </a:r>
            <a:endParaRPr kumimoji="0" sz="1600" b="0" i="1" u="none" strike="noStrike" kern="0" cap="none" spc="0" normalizeH="0" baseline="0" noProof="0">
              <a:ln>
                <a:noFill/>
              </a:ln>
              <a:solidFill>
                <a:srgbClr val="FFFFFF"/>
              </a:solidFill>
              <a:effectLst/>
              <a:uLnTx/>
              <a:uFillTx/>
              <a:latin typeface="Calibri"/>
              <a:ea typeface="+mj-ea"/>
              <a:cs typeface="Calibri"/>
              <a:sym typeface="Calibri"/>
            </a:endParaRPr>
          </a:p>
        </p:txBody>
      </p:sp>
      <p:sp>
        <p:nvSpPr>
          <p:cNvPr id="53" name="Rechteck 3">
            <a:extLst>
              <a:ext uri="{FF2B5EF4-FFF2-40B4-BE49-F238E27FC236}">
                <a16:creationId xmlns:a16="http://schemas.microsoft.com/office/drawing/2014/main" id="{CD4AF5A6-3886-BE4B-8B1A-A27A5B571648}"/>
              </a:ext>
            </a:extLst>
          </p:cNvPr>
          <p:cNvSpPr/>
          <p:nvPr/>
        </p:nvSpPr>
        <p:spPr>
          <a:xfrm>
            <a:off x="6801272" y="2985840"/>
            <a:ext cx="1229044" cy="1986233"/>
          </a:xfrm>
          <a:prstGeom prst="rect">
            <a:avLst/>
          </a:prstGeom>
          <a:solidFill>
            <a:srgbClr val="000000">
              <a:alpha val="31000"/>
            </a:srgbClr>
          </a:solidFill>
          <a:ln w="12700">
            <a:solidFill>
              <a:srgbClr val="000000"/>
            </a:solidFill>
            <a:miter/>
          </a:ln>
        </p:spPr>
        <p:txBody>
          <a:bodyPr lIns="45718" tIns="45718" rIns="45718" bIns="45718" anchor="ctr"/>
          <a:lstStyle/>
          <a:p>
            <a:pPr marL="0" marR="0" lvl="0" indent="0" algn="ctr" defTabSz="639257" eaLnBrk="1" fontAlgn="auto" latinLnBrk="0" hangingPunct="0">
              <a:lnSpc>
                <a:spcPct val="100000"/>
              </a:lnSpc>
              <a:spcBef>
                <a:spcPts val="0"/>
              </a:spcBef>
              <a:spcAft>
                <a:spcPts val="0"/>
              </a:spcAft>
              <a:buClrTx/>
              <a:buSzTx/>
              <a:buFontTx/>
              <a:buNone/>
              <a:tabLst/>
              <a:defRPr sz="700">
                <a:solidFill>
                  <a:srgbClr val="FFFFFF"/>
                </a:solidFill>
                <a:latin typeface="+mj-lt"/>
                <a:ea typeface="+mj-ea"/>
                <a:cs typeface="+mj-cs"/>
                <a:sym typeface="Calibri"/>
              </a:defRPr>
            </a:pPr>
            <a:r>
              <a:rPr lang="de-DE" sz="1600" kern="0">
                <a:solidFill>
                  <a:srgbClr val="000000"/>
                </a:solidFill>
                <a:latin typeface="Calibri"/>
                <a:ea typeface="+mj-ea"/>
                <a:cs typeface="Calibri"/>
                <a:sym typeface="Calibri"/>
              </a:rPr>
              <a:t>E</a:t>
            </a:r>
            <a:r>
              <a:rPr kumimoji="0" lang="de-DE" sz="1600" i="0" u="none" strike="noStrike" kern="0" cap="none" spc="0" normalizeH="0" baseline="0" noProof="0">
                <a:ln>
                  <a:noFill/>
                </a:ln>
                <a:solidFill>
                  <a:srgbClr val="000000"/>
                </a:solidFill>
                <a:effectLst/>
                <a:uLnTx/>
                <a:uFillTx/>
                <a:latin typeface="Calibri"/>
                <a:ea typeface="+mj-ea"/>
                <a:cs typeface="Calibri"/>
                <a:sym typeface="Calibri"/>
              </a:rPr>
              <a:t>xplanation-</a:t>
            </a:r>
            <a:r>
              <a:rPr kumimoji="0" lang="de-DE" sz="1600" b="0" i="0" u="none" strike="noStrike" kern="0" cap="none" spc="0" normalizeH="0" baseline="0" noProof="0">
                <a:ln>
                  <a:noFill/>
                </a:ln>
                <a:solidFill>
                  <a:srgbClr val="000000"/>
                </a:solidFill>
                <a:effectLst/>
                <a:uLnTx/>
                <a:uFillTx/>
                <a:latin typeface="Calibri"/>
                <a:ea typeface="+mj-ea"/>
                <a:cs typeface="Calibri"/>
                <a:sym typeface="Calibri"/>
              </a:rPr>
              <a:t> facility</a:t>
            </a:r>
            <a:endParaRPr kumimoji="0" sz="1600" b="0" i="0" u="none" strike="noStrike" kern="0" cap="none" spc="0" normalizeH="0" baseline="0" noProof="0">
              <a:ln>
                <a:noFill/>
              </a:ln>
              <a:solidFill>
                <a:srgbClr val="000000"/>
              </a:solidFill>
              <a:effectLst/>
              <a:uLnTx/>
              <a:uFillTx/>
              <a:latin typeface="Calibri"/>
              <a:ea typeface="+mj-ea"/>
              <a:cs typeface="Calibri"/>
              <a:sym typeface="Calibri"/>
            </a:endParaRPr>
          </a:p>
        </p:txBody>
      </p:sp>
      <p:sp>
        <p:nvSpPr>
          <p:cNvPr id="54" name="Gerade Verbindung mit Pfeil 162">
            <a:extLst>
              <a:ext uri="{FF2B5EF4-FFF2-40B4-BE49-F238E27FC236}">
                <a16:creationId xmlns:a16="http://schemas.microsoft.com/office/drawing/2014/main" id="{7A51E31B-C561-8F4F-B20F-F4775EAFB45E}"/>
              </a:ext>
            </a:extLst>
          </p:cNvPr>
          <p:cNvSpPr/>
          <p:nvPr/>
        </p:nvSpPr>
        <p:spPr>
          <a:xfrm rot="-60000">
            <a:off x="3013243" y="3976583"/>
            <a:ext cx="544160" cy="11284"/>
          </a:xfrm>
          <a:prstGeom prst="line">
            <a:avLst/>
          </a:prstGeom>
          <a:ln w="31750">
            <a:solidFill>
              <a:srgbClr val="A7A7A7"/>
            </a:solidFill>
            <a:miter/>
            <a:tailEnd type="triangle"/>
          </a:ln>
        </p:spPr>
        <p:txBody>
          <a:bodyPr lIns="45718" tIns="45718" rIns="45718" bIns="45718"/>
          <a:lstStyle/>
          <a:p>
            <a:pPr marL="0" marR="0" lvl="0" indent="0" defTabSz="639257" eaLnBrk="1" fontAlgn="auto" latinLnBrk="0" hangingPunct="0">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srgbClr val="000000"/>
              </a:solidFill>
              <a:effectLst/>
              <a:uLnTx/>
              <a:uFillTx/>
              <a:latin typeface="Helvetica"/>
              <a:sym typeface="Helvetica"/>
            </a:endParaRPr>
          </a:p>
        </p:txBody>
      </p:sp>
      <p:sp>
        <p:nvSpPr>
          <p:cNvPr id="55" name="Gerade Verbindung mit Pfeil 14">
            <a:extLst>
              <a:ext uri="{FF2B5EF4-FFF2-40B4-BE49-F238E27FC236}">
                <a16:creationId xmlns:a16="http://schemas.microsoft.com/office/drawing/2014/main" id="{5A0B12A9-0213-DE4F-84EF-AD31B7AB50AD}"/>
              </a:ext>
            </a:extLst>
          </p:cNvPr>
          <p:cNvSpPr/>
          <p:nvPr/>
        </p:nvSpPr>
        <p:spPr>
          <a:xfrm>
            <a:off x="8230752" y="3745373"/>
            <a:ext cx="1440000" cy="0"/>
          </a:xfrm>
          <a:prstGeom prst="line">
            <a:avLst/>
          </a:prstGeom>
          <a:ln w="31750">
            <a:solidFill>
              <a:srgbClr val="5B9BD5"/>
            </a:solidFill>
            <a:miter/>
            <a:tailEnd type="triangle"/>
          </a:ln>
        </p:spPr>
        <p:txBody>
          <a:bodyPr lIns="45718" tIns="45718" rIns="45718" bIns="45718"/>
          <a:lstStyle/>
          <a:p>
            <a:pPr marL="0" marR="0" lvl="0" indent="0" defTabSz="639257" eaLnBrk="1" fontAlgn="auto" latinLnBrk="0" hangingPunct="0">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srgbClr val="000000"/>
              </a:solidFill>
              <a:effectLst/>
              <a:uLnTx/>
              <a:uFillTx/>
              <a:latin typeface="Helvetica"/>
              <a:sym typeface="Helvetica"/>
            </a:endParaRPr>
          </a:p>
        </p:txBody>
      </p:sp>
      <p:sp>
        <p:nvSpPr>
          <p:cNvPr id="56" name="Gerade Verbindung mit Pfeil 162">
            <a:extLst>
              <a:ext uri="{FF2B5EF4-FFF2-40B4-BE49-F238E27FC236}">
                <a16:creationId xmlns:a16="http://schemas.microsoft.com/office/drawing/2014/main" id="{91885F85-BF1F-C340-8B00-CFEAC7088D09}"/>
              </a:ext>
            </a:extLst>
          </p:cNvPr>
          <p:cNvSpPr/>
          <p:nvPr/>
        </p:nvSpPr>
        <p:spPr>
          <a:xfrm>
            <a:off x="4965657" y="3700636"/>
            <a:ext cx="1546257" cy="0"/>
          </a:xfrm>
          <a:prstGeom prst="line">
            <a:avLst/>
          </a:prstGeom>
          <a:ln w="31750">
            <a:solidFill>
              <a:srgbClr val="5B9BD5"/>
            </a:solidFill>
            <a:miter/>
            <a:tailEnd type="triangle"/>
          </a:ln>
        </p:spPr>
        <p:txBody>
          <a:bodyPr lIns="45718" tIns="45718" rIns="45718" bIns="45718"/>
          <a:lstStyle/>
          <a:p>
            <a:pPr marL="0" marR="0" lvl="0" indent="0" defTabSz="639257" eaLnBrk="1" fontAlgn="auto" latinLnBrk="0" hangingPunct="0">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srgbClr val="000000"/>
              </a:solidFill>
              <a:effectLst/>
              <a:uLnTx/>
              <a:uFillTx/>
              <a:latin typeface="Helvetica"/>
              <a:sym typeface="Helvetica"/>
            </a:endParaRPr>
          </a:p>
        </p:txBody>
      </p:sp>
      <p:pic>
        <p:nvPicPr>
          <p:cNvPr id="57" name="Grafik 56">
            <a:extLst>
              <a:ext uri="{FF2B5EF4-FFF2-40B4-BE49-F238E27FC236}">
                <a16:creationId xmlns:a16="http://schemas.microsoft.com/office/drawing/2014/main" id="{A274E3DB-C135-9740-B6DB-B653578FCA30}"/>
              </a:ext>
            </a:extLst>
          </p:cNvPr>
          <p:cNvPicPr>
            <a:picLocks noChangeAspect="1"/>
          </p:cNvPicPr>
          <p:nvPr/>
        </p:nvPicPr>
        <p:blipFill>
          <a:blip r:embed="rId3"/>
          <a:stretch>
            <a:fillRect/>
          </a:stretch>
        </p:blipFill>
        <p:spPr>
          <a:xfrm>
            <a:off x="9822008" y="3254510"/>
            <a:ext cx="1216896" cy="1400602"/>
          </a:xfrm>
          <a:prstGeom prst="rect">
            <a:avLst/>
          </a:prstGeom>
        </p:spPr>
      </p:pic>
      <p:sp>
        <p:nvSpPr>
          <p:cNvPr id="58" name="Gerade Verbindung mit Pfeil 14">
            <a:extLst>
              <a:ext uri="{FF2B5EF4-FFF2-40B4-BE49-F238E27FC236}">
                <a16:creationId xmlns:a16="http://schemas.microsoft.com/office/drawing/2014/main" id="{64397EF9-FA8C-4344-8D84-853719B8138E}"/>
              </a:ext>
            </a:extLst>
          </p:cNvPr>
          <p:cNvSpPr/>
          <p:nvPr/>
        </p:nvSpPr>
        <p:spPr>
          <a:xfrm rot="10800000">
            <a:off x="8158744" y="4492723"/>
            <a:ext cx="1440000" cy="0"/>
          </a:xfrm>
          <a:prstGeom prst="line">
            <a:avLst/>
          </a:prstGeom>
          <a:ln w="31750">
            <a:solidFill>
              <a:srgbClr val="ED7D31"/>
            </a:solidFill>
            <a:miter/>
            <a:tailEnd type="triangle"/>
          </a:ln>
        </p:spPr>
        <p:txBody>
          <a:bodyPr lIns="45718" tIns="45718" rIns="45718" bIns="45718"/>
          <a:lstStyle/>
          <a:p>
            <a:pPr marL="0" marR="0" lvl="0" indent="0" defTabSz="639257" eaLnBrk="1" fontAlgn="auto" latinLnBrk="0" hangingPunct="0">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srgbClr val="000000"/>
              </a:solidFill>
              <a:effectLst/>
              <a:uLnTx/>
              <a:uFillTx/>
              <a:latin typeface="Helvetica"/>
              <a:sym typeface="Helvetica"/>
            </a:endParaRPr>
          </a:p>
        </p:txBody>
      </p:sp>
      <p:sp>
        <p:nvSpPr>
          <p:cNvPr id="59" name="Gerade Verbindung mit Pfeil 162">
            <a:extLst>
              <a:ext uri="{FF2B5EF4-FFF2-40B4-BE49-F238E27FC236}">
                <a16:creationId xmlns:a16="http://schemas.microsoft.com/office/drawing/2014/main" id="{B2896F2B-CEC0-6849-B2C8-27844564FC05}"/>
              </a:ext>
            </a:extLst>
          </p:cNvPr>
          <p:cNvSpPr/>
          <p:nvPr/>
        </p:nvSpPr>
        <p:spPr>
          <a:xfrm rot="10800000">
            <a:off x="4922862" y="4459478"/>
            <a:ext cx="1546257" cy="0"/>
          </a:xfrm>
          <a:prstGeom prst="line">
            <a:avLst/>
          </a:prstGeom>
          <a:ln w="31750">
            <a:solidFill>
              <a:srgbClr val="ED7D31"/>
            </a:solidFill>
            <a:miter/>
            <a:tailEnd type="triangle"/>
          </a:ln>
        </p:spPr>
        <p:txBody>
          <a:bodyPr lIns="45718" tIns="45718" rIns="45718" bIns="45718"/>
          <a:lstStyle/>
          <a:p>
            <a:pPr marL="0" marR="0" lvl="0" indent="0" defTabSz="639257" eaLnBrk="1" fontAlgn="auto" latinLnBrk="0" hangingPunct="0">
              <a:lnSpc>
                <a:spcPct val="100000"/>
              </a:lnSpc>
              <a:spcBef>
                <a:spcPts val="0"/>
              </a:spcBef>
              <a:spcAft>
                <a:spcPts val="0"/>
              </a:spcAft>
              <a:buClrTx/>
              <a:buSzTx/>
              <a:buFontTx/>
              <a:buNone/>
              <a:tabLst/>
              <a:defRPr/>
            </a:pPr>
            <a:endParaRPr kumimoji="0" sz="1200" b="0" i="0" u="none" strike="noStrike" kern="0" cap="none" spc="0" normalizeH="0" baseline="0" noProof="0">
              <a:ln>
                <a:noFill/>
              </a:ln>
              <a:solidFill>
                <a:srgbClr val="000000"/>
              </a:solidFill>
              <a:effectLst/>
              <a:uLnTx/>
              <a:uFillTx/>
              <a:latin typeface="Helvetica"/>
              <a:sym typeface="Helvetica"/>
            </a:endParaRPr>
          </a:p>
        </p:txBody>
      </p:sp>
      <p:sp>
        <p:nvSpPr>
          <p:cNvPr id="60" name="Textfeld 59">
            <a:extLst>
              <a:ext uri="{FF2B5EF4-FFF2-40B4-BE49-F238E27FC236}">
                <a16:creationId xmlns:a16="http://schemas.microsoft.com/office/drawing/2014/main" id="{C855B3FB-F84E-2F41-AB7F-1100E3201F2E}"/>
              </a:ext>
            </a:extLst>
          </p:cNvPr>
          <p:cNvSpPr txBox="1"/>
          <p:nvPr/>
        </p:nvSpPr>
        <p:spPr>
          <a:xfrm>
            <a:off x="4900596" y="3844652"/>
            <a:ext cx="1653654" cy="584771"/>
          </a:xfrm>
          <a:prstGeom prst="rect">
            <a:avLst/>
          </a:prstGeom>
          <a:noFill/>
          <a:ln w="12700" cap="flat">
            <a:noFill/>
            <a:miter lim="400000"/>
          </a:ln>
          <a:effectLst/>
          <a:sp3d/>
        </p:spPr>
        <p:txBody>
          <a:bodyPr rot="0" spcFirstLastPara="1" vertOverflow="overflow" horzOverflow="overflow" vert="horz" wrap="none" lIns="45718" tIns="45718" rIns="45718" bIns="45718" numCol="1" spcCol="38100" rtlCol="0" anchor="t">
            <a:spAutoFit/>
          </a:bodyPr>
          <a:lstStyle/>
          <a:p>
            <a:pPr marL="0" marR="0" lvl="0" indent="0" algn="ctr" defTabSz="639257" eaLnBrk="1" fontAlgn="auto" latinLnBrk="0" hangingPunct="0">
              <a:lnSpc>
                <a:spcPct val="100000"/>
              </a:lnSpc>
              <a:spcBef>
                <a:spcPts val="0"/>
              </a:spcBef>
              <a:spcAft>
                <a:spcPts val="0"/>
              </a:spcAft>
              <a:buClrTx/>
              <a:buSzTx/>
              <a:buFontTx/>
              <a:buNone/>
              <a:tabLst/>
              <a:defRPr/>
            </a:pPr>
            <a:r>
              <a:rPr kumimoji="0" lang="de-DE" sz="1600" b="0" i="0" u="none" strike="noStrike" kern="0" cap="none" spc="0" normalizeH="0" baseline="0" noProof="0">
                <a:ln>
                  <a:noFill/>
                </a:ln>
                <a:solidFill>
                  <a:srgbClr val="000000"/>
                </a:solidFill>
                <a:effectLst/>
                <a:uLnTx/>
                <a:uFillTx/>
                <a:latin typeface="Helvetica"/>
                <a:sym typeface="Helvetica"/>
              </a:rPr>
              <a:t>adapt via</a:t>
            </a:r>
          </a:p>
          <a:p>
            <a:pPr marL="0" marR="0" lvl="0" indent="0" algn="ctr" defTabSz="639257" eaLnBrk="1" fontAlgn="auto" latinLnBrk="0" hangingPunct="0">
              <a:lnSpc>
                <a:spcPct val="100000"/>
              </a:lnSpc>
              <a:spcBef>
                <a:spcPts val="0"/>
              </a:spcBef>
              <a:spcAft>
                <a:spcPts val="0"/>
              </a:spcAft>
              <a:buClrTx/>
              <a:buSzTx/>
              <a:buFontTx/>
              <a:buNone/>
              <a:tabLst/>
              <a:defRPr/>
            </a:pPr>
            <a:r>
              <a:rPr kumimoji="0" lang="de-DE" sz="1600" b="0" i="0" u="none" strike="noStrike" kern="0" cap="none" spc="0" normalizeH="0" baseline="0" noProof="0">
                <a:ln>
                  <a:noFill/>
                </a:ln>
                <a:solidFill>
                  <a:srgbClr val="000000"/>
                </a:solidFill>
                <a:effectLst/>
                <a:uLnTx/>
                <a:uFillTx/>
                <a:latin typeface="Helvetica"/>
                <a:sym typeface="Helvetica"/>
              </a:rPr>
              <a:t>counterexamples</a:t>
            </a:r>
            <a:endParaRPr kumimoji="0" lang="de-DE" sz="1600" b="1" i="0" u="none" strike="noStrike" kern="0" cap="none" spc="0" normalizeH="0" baseline="0" noProof="0">
              <a:ln>
                <a:noFill/>
              </a:ln>
              <a:solidFill>
                <a:srgbClr val="000000"/>
              </a:solidFill>
              <a:effectLst/>
              <a:uLnTx/>
              <a:uFillTx/>
              <a:latin typeface="Helvetica"/>
              <a:sym typeface="Helvetica"/>
            </a:endParaRPr>
          </a:p>
        </p:txBody>
      </p:sp>
      <p:sp>
        <p:nvSpPr>
          <p:cNvPr id="61" name="Textfeld 60">
            <a:extLst>
              <a:ext uri="{FF2B5EF4-FFF2-40B4-BE49-F238E27FC236}">
                <a16:creationId xmlns:a16="http://schemas.microsoft.com/office/drawing/2014/main" id="{3DEF17D1-FE13-A449-9A86-6B8D0A8E3311}"/>
              </a:ext>
            </a:extLst>
          </p:cNvPr>
          <p:cNvSpPr txBox="1"/>
          <p:nvPr/>
        </p:nvSpPr>
        <p:spPr>
          <a:xfrm>
            <a:off x="7607255" y="1948250"/>
            <a:ext cx="2709484" cy="830993"/>
          </a:xfrm>
          <a:prstGeom prst="rect">
            <a:avLst/>
          </a:prstGeom>
          <a:noFill/>
          <a:ln w="12700" cap="flat">
            <a:noFill/>
            <a:miter lim="400000"/>
          </a:ln>
          <a:effectLst/>
          <a:sp3d/>
        </p:spPr>
        <p:txBody>
          <a:bodyPr rot="0" spcFirstLastPara="1" vertOverflow="overflow" horzOverflow="overflow" vert="horz" wrap="square" lIns="45718" tIns="45718" rIns="45718" bIns="45718" numCol="1" spcCol="38100" rtlCol="0" anchor="t">
            <a:spAutoFit/>
          </a:bodyPr>
          <a:lstStyle/>
          <a:p>
            <a:pPr marL="0" marR="0" lvl="0" indent="0" algn="ctr" defTabSz="639257" eaLnBrk="1" fontAlgn="auto" latinLnBrk="0" hangingPunct="0">
              <a:lnSpc>
                <a:spcPct val="100000"/>
              </a:lnSpc>
              <a:spcBef>
                <a:spcPts val="0"/>
              </a:spcBef>
              <a:spcAft>
                <a:spcPts val="0"/>
              </a:spcAft>
              <a:buClrTx/>
              <a:buSzTx/>
              <a:buFontTx/>
              <a:buNone/>
              <a:tabLst/>
              <a:defRPr/>
            </a:pPr>
            <a:r>
              <a:rPr lang="de-DE" sz="1600" kern="0" err="1">
                <a:solidFill>
                  <a:schemeClr val="bg2">
                    <a:lumMod val="75000"/>
                  </a:schemeClr>
                </a:solidFill>
                <a:latin typeface="Helvetica"/>
                <a:sym typeface="Helvetica"/>
              </a:rPr>
              <a:t>Explain</a:t>
            </a:r>
            <a:r>
              <a:rPr lang="de-DE" sz="1600" kern="0">
                <a:solidFill>
                  <a:schemeClr val="bg2">
                    <a:lumMod val="75000"/>
                  </a:schemeClr>
                </a:solidFill>
                <a:latin typeface="Helvetica"/>
                <a:sym typeface="Helvetica"/>
              </a:rPr>
              <a:t> </a:t>
            </a:r>
            <a:r>
              <a:rPr lang="de-DE" sz="1600" kern="0" err="1">
                <a:solidFill>
                  <a:schemeClr val="bg2">
                    <a:lumMod val="75000"/>
                  </a:schemeClr>
                </a:solidFill>
                <a:latin typeface="Helvetica"/>
                <a:sym typeface="Helvetica"/>
              </a:rPr>
              <a:t>outputs</a:t>
            </a:r>
            <a:r>
              <a:rPr lang="de-DE" sz="1600" kern="0">
                <a:solidFill>
                  <a:schemeClr val="bg2">
                    <a:lumMod val="75000"/>
                  </a:schemeClr>
                </a:solidFill>
                <a:latin typeface="Helvetica"/>
                <a:sym typeface="Helvetica"/>
              </a:rPr>
              <a:t> </a:t>
            </a:r>
            <a:r>
              <a:rPr lang="de-DE" sz="1600" kern="0" err="1">
                <a:solidFill>
                  <a:schemeClr val="bg2">
                    <a:lumMod val="75000"/>
                  </a:schemeClr>
                </a:solidFill>
                <a:latin typeface="Helvetica"/>
                <a:sym typeface="Helvetica"/>
              </a:rPr>
              <a:t>locally</a:t>
            </a:r>
            <a:r>
              <a:rPr lang="de-DE" sz="1600" kern="0">
                <a:solidFill>
                  <a:schemeClr val="bg2">
                    <a:lumMod val="75000"/>
                  </a:schemeClr>
                </a:solidFill>
                <a:latin typeface="Helvetica"/>
                <a:sym typeface="Helvetica"/>
              </a:rPr>
              <a:t> </a:t>
            </a:r>
            <a:r>
              <a:rPr lang="de-DE" sz="1600" kern="0" err="1">
                <a:solidFill>
                  <a:schemeClr val="bg2">
                    <a:lumMod val="75000"/>
                  </a:schemeClr>
                </a:solidFill>
                <a:latin typeface="Helvetica"/>
                <a:sym typeface="Helvetica"/>
              </a:rPr>
              <a:t>using</a:t>
            </a:r>
            <a:r>
              <a:rPr lang="de-DE" sz="1600" kern="0">
                <a:solidFill>
                  <a:schemeClr val="bg2">
                    <a:lumMod val="75000"/>
                  </a:schemeClr>
                </a:solidFill>
                <a:latin typeface="Helvetica"/>
                <a:sym typeface="Helvetica"/>
              </a:rPr>
              <a:t> </a:t>
            </a:r>
            <a:r>
              <a:rPr lang="de-DE" sz="1600" kern="0" err="1">
                <a:solidFill>
                  <a:schemeClr val="bg2">
                    <a:lumMod val="75000"/>
                  </a:schemeClr>
                </a:solidFill>
                <a:latin typeface="Helvetica"/>
                <a:sym typeface="Helvetica"/>
              </a:rPr>
              <a:t>correlations</a:t>
            </a:r>
            <a:r>
              <a:rPr lang="de-DE" sz="1600" kern="0">
                <a:solidFill>
                  <a:schemeClr val="bg2">
                    <a:lumMod val="75000"/>
                  </a:schemeClr>
                </a:solidFill>
                <a:latin typeface="Helvetica"/>
                <a:sym typeface="Helvetica"/>
              </a:rPr>
              <a:t> </a:t>
            </a:r>
            <a:r>
              <a:rPr lang="de-DE" sz="1600" kern="0" err="1">
                <a:solidFill>
                  <a:schemeClr val="bg2">
                    <a:lumMod val="75000"/>
                  </a:schemeClr>
                </a:solidFill>
                <a:latin typeface="Helvetica"/>
                <a:sym typeface="Helvetica"/>
              </a:rPr>
              <a:t>between</a:t>
            </a:r>
            <a:r>
              <a:rPr lang="de-DE" sz="1600" kern="0">
                <a:solidFill>
                  <a:schemeClr val="bg2">
                    <a:lumMod val="75000"/>
                  </a:schemeClr>
                </a:solidFill>
                <a:latin typeface="Helvetica"/>
                <a:sym typeface="Helvetica"/>
              </a:rPr>
              <a:t> in- and </a:t>
            </a:r>
            <a:r>
              <a:rPr lang="de-DE" sz="1600" kern="0" err="1">
                <a:solidFill>
                  <a:schemeClr val="bg2">
                    <a:lumMod val="75000"/>
                  </a:schemeClr>
                </a:solidFill>
                <a:latin typeface="Helvetica"/>
                <a:sym typeface="Helvetica"/>
              </a:rPr>
              <a:t>outputs</a:t>
            </a:r>
            <a:endParaRPr kumimoji="0" lang="de-DE" b="0" i="0" u="none" strike="noStrike" kern="0" cap="none" spc="0" normalizeH="0" baseline="0" noProof="0">
              <a:ln>
                <a:noFill/>
              </a:ln>
              <a:solidFill>
                <a:schemeClr val="bg2">
                  <a:lumMod val="75000"/>
                </a:schemeClr>
              </a:solidFill>
              <a:effectLst/>
              <a:uLnTx/>
              <a:uFillTx/>
              <a:latin typeface="Helvetica"/>
              <a:sym typeface="Helvetica"/>
            </a:endParaRPr>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a:p>
        </p:txBody>
      </p:sp>
      <p:sp>
        <p:nvSpPr>
          <p:cNvPr id="68" name="Textfeld 2">
            <a:extLst>
              <a:ext uri="{FF2B5EF4-FFF2-40B4-BE49-F238E27FC236}">
                <a16:creationId xmlns:a16="http://schemas.microsoft.com/office/drawing/2014/main" id="{F67E6075-50EC-114E-9A41-DDD532849E4A}"/>
              </a:ext>
            </a:extLst>
          </p:cNvPr>
          <p:cNvSpPr txBox="1"/>
          <p:nvPr/>
        </p:nvSpPr>
        <p:spPr>
          <a:xfrm>
            <a:off x="2890694" y="2000437"/>
            <a:ext cx="4055439" cy="830997"/>
          </a:xfrm>
          <a:prstGeom prst="rect">
            <a:avLst/>
          </a:prstGeom>
          <a:ln w="12700">
            <a:miter lim="400000"/>
          </a:ln>
          <a:extLst>
            <a:ext uri="{C572A759-6A51-4108-AA02-DFA0A04FC94B}">
              <ma14:wrappingTextBoxFlag xmlns:ma14="http://schemas.microsoft.com/office/mac/drawingml/2011/main" xmlns="" val="1"/>
            </a:ext>
          </a:extLst>
        </p:spPr>
        <p:txBody>
          <a:bodyPr wrap="square" lIns="44640" rIns="44640">
            <a:spAutoFit/>
          </a:bodyPr>
          <a:lstStyle/>
          <a:p>
            <a:pPr>
              <a:defRPr sz="1400"/>
            </a:pPr>
            <a:r>
              <a:rPr lang="de-DE" sz="1600" kern="0">
                <a:latin typeface="Helvetica"/>
                <a:sym typeface="Helvetica"/>
              </a:rPr>
              <a:t>“</a:t>
            </a:r>
            <a:r>
              <a:rPr lang="de-DE" sz="1600" err="1"/>
              <a:t>How</a:t>
            </a:r>
            <a:r>
              <a:rPr lang="de-DE" sz="1600"/>
              <a:t> do </a:t>
            </a:r>
            <a:r>
              <a:rPr lang="de-DE" sz="1600" err="1"/>
              <a:t>you</a:t>
            </a:r>
            <a:r>
              <a:rPr lang="de-DE" sz="1600"/>
              <a:t> </a:t>
            </a:r>
            <a:r>
              <a:rPr lang="de-DE" sz="1600" err="1"/>
              <a:t>work</a:t>
            </a:r>
            <a:r>
              <a:rPr lang="de-DE" sz="1600"/>
              <a:t>?</a:t>
            </a:r>
            <a:r>
              <a:rPr lang="de-DE" sz="1600" kern="0">
                <a:latin typeface="Helvetica"/>
                <a:sym typeface="Helvetica"/>
              </a:rPr>
              <a:t>“</a:t>
            </a:r>
            <a:endParaRPr lang="de-DE" sz="1600"/>
          </a:p>
          <a:p>
            <a:pPr>
              <a:defRPr sz="1400"/>
            </a:pPr>
            <a:r>
              <a:rPr lang="de-DE" sz="1600" kern="0">
                <a:latin typeface="Helvetica"/>
                <a:sym typeface="Helvetica"/>
              </a:rPr>
              <a:t>“</a:t>
            </a:r>
            <a:r>
              <a:rPr lang="de-DE" sz="1600" err="1"/>
              <a:t>Why</a:t>
            </a:r>
            <a:r>
              <a:rPr lang="de-DE" sz="1600"/>
              <a:t> </a:t>
            </a:r>
            <a:r>
              <a:rPr lang="de-DE" sz="1600" err="1"/>
              <a:t>that</a:t>
            </a:r>
            <a:r>
              <a:rPr lang="de-DE" sz="1600"/>
              <a:t> </a:t>
            </a:r>
            <a:r>
              <a:rPr lang="de-DE" sz="1600" err="1"/>
              <a:t>particular</a:t>
            </a:r>
            <a:r>
              <a:rPr lang="de-DE" sz="1600"/>
              <a:t> </a:t>
            </a:r>
            <a:r>
              <a:rPr lang="de-DE" sz="1600" err="1"/>
              <a:t>prediction</a:t>
            </a:r>
            <a:r>
              <a:rPr lang="de-DE" sz="1600"/>
              <a:t>?</a:t>
            </a:r>
            <a:r>
              <a:rPr lang="de-DE" sz="1600" kern="0">
                <a:latin typeface="Helvetica"/>
                <a:sym typeface="Helvetica"/>
              </a:rPr>
              <a:t>“</a:t>
            </a:r>
            <a:endParaRPr lang="de-DE" sz="1600"/>
          </a:p>
          <a:p>
            <a:pPr>
              <a:defRPr sz="1400"/>
            </a:pPr>
            <a:r>
              <a:rPr lang="de-DE" sz="1600" kern="0">
                <a:latin typeface="Helvetica"/>
                <a:sym typeface="Helvetica"/>
              </a:rPr>
              <a:t>“</a:t>
            </a:r>
            <a:r>
              <a:rPr lang="de-DE" sz="1600" err="1"/>
              <a:t>How</a:t>
            </a:r>
            <a:r>
              <a:rPr lang="de-DE" sz="1600"/>
              <a:t> </a:t>
            </a:r>
            <a:r>
              <a:rPr lang="de-DE" sz="1600" err="1"/>
              <a:t>can</a:t>
            </a:r>
            <a:r>
              <a:rPr lang="de-DE" sz="1600"/>
              <a:t> I </a:t>
            </a:r>
            <a:r>
              <a:rPr lang="de-DE" sz="1600" err="1"/>
              <a:t>correct</a:t>
            </a:r>
            <a:r>
              <a:rPr lang="de-DE" sz="1600"/>
              <a:t> </a:t>
            </a:r>
            <a:r>
              <a:rPr lang="de-DE" sz="1600" err="1"/>
              <a:t>mistakes</a:t>
            </a:r>
            <a:r>
              <a:rPr lang="de-DE" sz="1600"/>
              <a:t>?</a:t>
            </a:r>
            <a:r>
              <a:rPr lang="de-DE" sz="1600" kern="0">
                <a:latin typeface="Helvetica"/>
                <a:sym typeface="Helvetica"/>
              </a:rPr>
              <a:t>“</a:t>
            </a:r>
            <a:endParaRPr sz="1600"/>
          </a:p>
        </p:txBody>
      </p:sp>
      <p:pic>
        <p:nvPicPr>
          <p:cNvPr id="70" name="Grafik 69">
            <a:extLst>
              <a:ext uri="{FF2B5EF4-FFF2-40B4-BE49-F238E27FC236}">
                <a16:creationId xmlns:a16="http://schemas.microsoft.com/office/drawing/2014/main" id="{B96FB62C-F6D1-4C43-8558-232604E85159}"/>
              </a:ext>
            </a:extLst>
          </p:cNvPr>
          <p:cNvPicPr>
            <a:picLocks noChangeAspect="1"/>
          </p:cNvPicPr>
          <p:nvPr/>
        </p:nvPicPr>
        <p:blipFill>
          <a:blip r:embed="rId4"/>
          <a:stretch>
            <a:fillRect/>
          </a:stretch>
        </p:blipFill>
        <p:spPr>
          <a:xfrm>
            <a:off x="1605856" y="1900436"/>
            <a:ext cx="1223541" cy="1094427"/>
          </a:xfrm>
          <a:prstGeom prst="rect">
            <a:avLst/>
          </a:prstGeom>
        </p:spPr>
      </p:pic>
      <p:sp>
        <p:nvSpPr>
          <p:cNvPr id="71" name="Rechteck 70">
            <a:extLst>
              <a:ext uri="{FF2B5EF4-FFF2-40B4-BE49-F238E27FC236}">
                <a16:creationId xmlns:a16="http://schemas.microsoft.com/office/drawing/2014/main" id="{8FCD784B-A468-E045-898E-E0B6907EF925}"/>
              </a:ext>
            </a:extLst>
          </p:cNvPr>
          <p:cNvSpPr/>
          <p:nvPr/>
        </p:nvSpPr>
        <p:spPr bwMode="gray">
          <a:xfrm>
            <a:off x="1605856" y="1903301"/>
            <a:ext cx="1223541" cy="1091562"/>
          </a:xfrm>
          <a:prstGeom prst="rect">
            <a:avLst/>
          </a:prstGeom>
          <a:solidFill>
            <a:schemeClr val="bg2">
              <a:alpha val="0"/>
            </a:schemeClr>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err="1"/>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32" name="Textfeld 31">
            <a:extLst>
              <a:ext uri="{FF2B5EF4-FFF2-40B4-BE49-F238E27FC236}">
                <a16:creationId xmlns:a16="http://schemas.microsoft.com/office/drawing/2014/main" id="{6B4EF646-5AF0-6841-8171-C5B6C58A21A5}"/>
              </a:ext>
            </a:extLst>
          </p:cNvPr>
          <p:cNvSpPr txBox="1"/>
          <p:nvPr/>
        </p:nvSpPr>
        <p:spPr bwMode="gray">
          <a:xfrm>
            <a:off x="739485" y="953652"/>
            <a:ext cx="9793088" cy="1224136"/>
          </a:xfrm>
          <a:prstGeom prst="rect">
            <a:avLst/>
          </a:prstGeom>
          <a:noFill/>
        </p:spPr>
        <p:txBody>
          <a:bodyPr wrap="squar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b="1">
              <a:solidFill>
                <a:schemeClr val="bg2">
                  <a:lumMod val="75000"/>
                </a:schemeClr>
              </a:solidFill>
            </a:endParaRPr>
          </a:p>
        </p:txBody>
      </p:sp>
      <p:sp>
        <p:nvSpPr>
          <p:cNvPr id="8" name="Footer Placeholder 3">
            <a:extLst>
              <a:ext uri="{FF2B5EF4-FFF2-40B4-BE49-F238E27FC236}">
                <a16:creationId xmlns:a16="http://schemas.microsoft.com/office/drawing/2014/main" id="{C1BD3A6C-FBC7-FC4E-C63C-40763FBFAC73}"/>
              </a:ext>
            </a:extLst>
          </p:cNvPr>
          <p:cNvSpPr>
            <a:spLocks noGrp="1"/>
          </p:cNvSpPr>
          <p:nvPr>
            <p:ph type="ftr" sz="quarter" idx="11"/>
          </p:nvPr>
        </p:nvSpPr>
        <p:spPr>
          <a:xfrm>
            <a:off x="454026" y="7042150"/>
            <a:ext cx="4319588" cy="236219"/>
          </a:xfrm>
        </p:spPr>
        <p:txBody>
          <a:bodyPr/>
          <a:lstStyle/>
          <a:p>
            <a:endParaRPr lang="de-DE"/>
          </a:p>
        </p:txBody>
      </p:sp>
    </p:spTree>
    <p:extLst>
      <p:ext uri="{BB962C8B-B14F-4D97-AF65-F5344CB8AC3E}">
        <p14:creationId xmlns:p14="http://schemas.microsoft.com/office/powerpoint/2010/main" val="2244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5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55"/>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5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5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0"/>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0" grpId="0" animBg="1"/>
      <p:bldP spid="47" grpId="0"/>
      <p:bldP spid="49" grpId="0"/>
      <p:bldP spid="51" grpId="0"/>
      <p:bldP spid="52" grpId="0" animBg="1"/>
      <p:bldP spid="53" grpId="0" animBg="1"/>
      <p:bldP spid="54" grpId="0" animBg="1"/>
      <p:bldP spid="55" grpId="0" animBg="1"/>
      <p:bldP spid="56" grpId="0" animBg="1"/>
      <p:bldP spid="58" grpId="0" animBg="1"/>
      <p:bldP spid="59" grpId="0" animBg="1"/>
      <p:bldP spid="60" grpId="0"/>
      <p:bldP spid="61" grpId="0"/>
      <p:bldP spid="68" grpId="0" animBg="1"/>
      <p:bldP spid="71" grpId="0" animBg="1"/>
    </p:bldLst>
  </p:timing>
  <p:extLst mod="1">
    <p:ext uri="{6950BFC3-D8DA-4A85-94F7-54DA5524770B}">
      <p188:commentRel xmlns="" xmlns:p188="http://schemas.microsoft.com/office/powerpoint/2018/8/main" r:id="rId5"/>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de-DE" err="1"/>
              <a:t>Explainable</a:t>
            </a:r>
            <a:r>
              <a:rPr lang="de-DE"/>
              <a:t> </a:t>
            </a:r>
            <a:r>
              <a:rPr lang="de-DE" err="1"/>
              <a:t>Artificial</a:t>
            </a:r>
            <a:r>
              <a:rPr lang="de-DE"/>
              <a:t> </a:t>
            </a:r>
            <a:r>
              <a:rPr lang="de-DE" err="1"/>
              <a:t>Intelligence am Beispiel von Local Interpretable Model-agnostic Explanations (LIME)</a:t>
            </a:r>
            <a:endParaRPr lang="de-DE"/>
          </a:p>
        </p:txBody>
      </p:sp>
      <p:sp>
        <p:nvSpPr>
          <p:cNvPr id="3" name="Datumsplatzhalter 2">
            <a:extLst>
              <a:ext uri="{FF2B5EF4-FFF2-40B4-BE49-F238E27FC236}">
                <a16:creationId xmlns:a16="http://schemas.microsoft.com/office/drawing/2014/main" id="{E1AEE98F-7798-184A-94A1-9E7F319DFA56}"/>
              </a:ext>
            </a:extLst>
          </p:cNvPr>
          <p:cNvSpPr>
            <a:spLocks noGrp="1"/>
          </p:cNvSpPr>
          <p:nvPr>
            <p:ph type="dt" sz="half" idx="10"/>
          </p:nvPr>
        </p:nvSpPr>
        <p:spPr/>
        <p:txBody>
          <a:bodyPr/>
          <a:lstStyle/>
          <a:p>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p:txBody>
          <a:bodyPr/>
          <a:lstStyle/>
          <a:p>
            <a:fld id="{D612FFA8-16F3-4D16-935C-858579C7B661}" type="slidenum">
              <a:rPr lang="de-DE" smtClean="0"/>
              <a:pPr/>
              <a:t>15</a:t>
            </a:fld>
            <a:endParaRPr lang="de-DE" dirty="0"/>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sp>
      <p:pic>
        <p:nvPicPr>
          <p:cNvPr id="8" name="Grafik 7">
            <a:extLst>
              <a:ext uri="{FF2B5EF4-FFF2-40B4-BE49-F238E27FC236}">
                <a16:creationId xmlns:a16="http://schemas.microsoft.com/office/drawing/2014/main" id="{A2ED0758-EB5E-A443-80EF-2C9E0EB16019}"/>
              </a:ext>
            </a:extLst>
          </p:cNvPr>
          <p:cNvPicPr>
            <a:picLocks noChangeAspect="1"/>
          </p:cNvPicPr>
          <p:nvPr/>
        </p:nvPicPr>
        <p:blipFill rotWithShape="1">
          <a:blip r:embed="rId2"/>
          <a:srcRect r="23204"/>
          <a:stretch/>
        </p:blipFill>
        <p:spPr>
          <a:xfrm>
            <a:off x="454025" y="1425575"/>
            <a:ext cx="6120383" cy="5017687"/>
          </a:xfrm>
          <a:prstGeom prst="rect">
            <a:avLst/>
          </a:prstGeom>
        </p:spPr>
      </p:pic>
      <p:sp>
        <p:nvSpPr>
          <p:cNvPr id="9" name="Textfeld 8">
            <a:extLst>
              <a:ext uri="{FF2B5EF4-FFF2-40B4-BE49-F238E27FC236}">
                <a16:creationId xmlns:a16="http://schemas.microsoft.com/office/drawing/2014/main" id="{A3E9D557-7E09-9248-9D4A-78B5C7DE6077}"/>
              </a:ext>
            </a:extLst>
          </p:cNvPr>
          <p:cNvSpPr txBox="1"/>
          <p:nvPr/>
        </p:nvSpPr>
        <p:spPr bwMode="gray">
          <a:xfrm>
            <a:off x="7006456" y="1281559"/>
            <a:ext cx="5544616" cy="5112345"/>
          </a:xfrm>
          <a:prstGeom prst="rect">
            <a:avLst/>
          </a:prstGeom>
          <a:noFill/>
        </p:spPr>
        <p:txBody>
          <a:bodyPr wrap="square" lIns="0" tIns="0" rIns="0" bIns="0" rtlCol="0">
            <a:noAutofit/>
          </a:bodyPr>
          <a:lstStyle/>
          <a:p>
            <a:pPr algn="l">
              <a:spcBef>
                <a:spcPts val="500"/>
              </a:spcBef>
              <a:spcAft>
                <a:spcPts val="500"/>
              </a:spcAft>
              <a:buClr>
                <a:schemeClr val="bg2"/>
              </a:buClr>
            </a:pPr>
            <a:r>
              <a:rPr lang="de-DE" b="1" dirty="0"/>
              <a:t>Goal </a:t>
            </a:r>
            <a:r>
              <a:rPr lang="de-DE" dirty="0"/>
              <a:t>of LIME: Explain red crossed instance locally, model-agnostically</a:t>
            </a:r>
          </a:p>
          <a:p>
            <a:pPr algn="l">
              <a:spcBef>
                <a:spcPts val="500"/>
              </a:spcBef>
              <a:spcAft>
                <a:spcPts val="500"/>
              </a:spcAft>
              <a:buClr>
                <a:schemeClr val="bg2"/>
              </a:buClr>
            </a:pPr>
            <a:r>
              <a:rPr lang="de-DE" dirty="0"/>
              <a:t>Domain-agnostic</a:t>
            </a:r>
            <a:r>
              <a:rPr lang="de-DE" b="1" dirty="0"/>
              <a:t> approach </a:t>
            </a:r>
            <a:r>
              <a:rPr lang="de-DE" dirty="0"/>
              <a:t>of LIME:  </a:t>
            </a:r>
          </a:p>
          <a:p>
            <a:pPr marL="285750" indent="-285750" algn="l">
              <a:spcBef>
                <a:spcPts val="500"/>
              </a:spcBef>
              <a:spcAft>
                <a:spcPts val="500"/>
              </a:spcAft>
              <a:buClr>
                <a:schemeClr val="bg2"/>
              </a:buClr>
              <a:buFont typeface="Arial" panose="020B0604020202020204" pitchFamily="34" charset="0"/>
              <a:buChar char="•"/>
            </a:pPr>
            <a:r>
              <a:rPr lang="de-DE" dirty="0"/>
              <a:t>Generate local neighborhood based on independently sampling from local pertubation distribution, apply prediction function afterwards</a:t>
            </a:r>
          </a:p>
          <a:p>
            <a:pPr marL="285750" indent="-285750" algn="l">
              <a:spcBef>
                <a:spcPts val="500"/>
              </a:spcBef>
              <a:spcAft>
                <a:spcPts val="500"/>
              </a:spcAft>
              <a:buClr>
                <a:schemeClr val="bg2"/>
              </a:buClr>
              <a:buFont typeface="Arial" panose="020B0604020202020204" pitchFamily="34" charset="0"/>
              <a:buChar char="•"/>
            </a:pPr>
            <a:r>
              <a:rPr lang="de-DE" dirty="0"/>
              <a:t>Learn a linear local surrogate model (dashed line)</a:t>
            </a:r>
          </a:p>
          <a:p>
            <a:pPr marL="285750" indent="-285750" algn="l">
              <a:spcBef>
                <a:spcPts val="500"/>
              </a:spcBef>
              <a:spcAft>
                <a:spcPts val="500"/>
              </a:spcAft>
              <a:buClr>
                <a:schemeClr val="bg2"/>
              </a:buClr>
              <a:buFont typeface="Arial" panose="020B0604020202020204" pitchFamily="34" charset="0"/>
              <a:buChar char="•"/>
            </a:pPr>
            <a:r>
              <a:rPr lang="de-DE" dirty="0"/>
              <a:t>Extract feature attributions as explanations</a:t>
            </a:r>
          </a:p>
          <a:p>
            <a:pPr algn="l">
              <a:spcBef>
                <a:spcPts val="500"/>
              </a:spcBef>
              <a:spcAft>
                <a:spcPts val="500"/>
              </a:spcAft>
              <a:buClr>
                <a:schemeClr val="bg2"/>
              </a:buClr>
            </a:pPr>
            <a:r>
              <a:rPr lang="de-DE" b="1" dirty="0"/>
              <a:t>Drawbacks </a:t>
            </a:r>
            <a:r>
              <a:rPr lang="de-DE" dirty="0"/>
              <a:t>of LIME for Text Classification</a:t>
            </a:r>
            <a:r>
              <a:rPr lang="de-DE" b="1" dirty="0"/>
              <a:t>:</a:t>
            </a:r>
          </a:p>
          <a:p>
            <a:pPr marL="285750" indent="-285750" algn="l">
              <a:spcBef>
                <a:spcPts val="500"/>
              </a:spcBef>
              <a:spcAft>
                <a:spcPts val="500"/>
              </a:spcAft>
              <a:buClr>
                <a:schemeClr val="bg2"/>
              </a:buClr>
              <a:buFont typeface="Arial" panose="020B0604020202020204" pitchFamily="34" charset="0"/>
              <a:buChar char="•"/>
            </a:pPr>
            <a:r>
              <a:rPr lang="de-DE" dirty="0"/>
              <a:t>Ignores feature dependence by drawing non-zero elements (words from documents) uniformly at random</a:t>
            </a:r>
          </a:p>
          <a:p>
            <a:pPr marL="285750" indent="-285750" algn="l">
              <a:spcBef>
                <a:spcPts val="500"/>
              </a:spcBef>
              <a:spcAft>
                <a:spcPts val="500"/>
              </a:spcAft>
              <a:buClr>
                <a:schemeClr val="bg2"/>
              </a:buClr>
              <a:buFont typeface="Arial" panose="020B0604020202020204" pitchFamily="34" charset="0"/>
              <a:buChar char="•"/>
            </a:pPr>
            <a:r>
              <a:rPr lang="de-DE" dirty="0"/>
              <a:t>Fails to include semantic links between words (context)</a:t>
            </a:r>
          </a:p>
          <a:p>
            <a:pPr marL="285750" indent="-285750" algn="l">
              <a:spcBef>
                <a:spcPts val="500"/>
              </a:spcBef>
              <a:spcAft>
                <a:spcPts val="500"/>
              </a:spcAft>
              <a:buClr>
                <a:schemeClr val="bg2"/>
              </a:buClr>
              <a:buFont typeface="Arial" panose="020B0604020202020204" pitchFamily="34" charset="0"/>
              <a:buChar char="•"/>
            </a:pPr>
            <a:r>
              <a:rPr lang="de-DE" dirty="0"/>
              <a:t>Uses unrealistic (unlikely) datapoints as basis for explanations (extrapolation)</a:t>
            </a:r>
          </a:p>
          <a:p>
            <a:pPr marL="285750" indent="-285750" algn="l">
              <a:spcBef>
                <a:spcPts val="500"/>
              </a:spcBef>
              <a:spcAft>
                <a:spcPts val="500"/>
              </a:spcAft>
              <a:buClr>
                <a:schemeClr val="bg2"/>
              </a:buClr>
              <a:buFont typeface="Arial" panose="020B0604020202020204" pitchFamily="34" charset="0"/>
              <a:buChar char="•"/>
            </a:pPr>
            <a:r>
              <a:rPr lang="de-DE" dirty="0"/>
              <a:t>Extrapolation might lead to low local fidelity of local surrogate models and/or explanations</a:t>
            </a:r>
          </a:p>
          <a:p>
            <a:pPr marL="285750" indent="-285750" algn="l">
              <a:spcBef>
                <a:spcPts val="500"/>
              </a:spcBef>
              <a:spcAft>
                <a:spcPts val="500"/>
              </a:spcAft>
              <a:buClr>
                <a:schemeClr val="bg2"/>
              </a:buClr>
              <a:buFont typeface="Arial" panose="020B0604020202020204" pitchFamily="34" charset="0"/>
              <a:buChar char="•"/>
            </a:pPr>
            <a:endParaRPr lang="de-DE" sz="1600" dirty="0"/>
          </a:p>
          <a:p>
            <a:pPr marL="285750" indent="-285750" algn="l">
              <a:spcBef>
                <a:spcPts val="500"/>
              </a:spcBef>
              <a:spcAft>
                <a:spcPts val="500"/>
              </a:spcAft>
              <a:buClr>
                <a:schemeClr val="bg2"/>
              </a:buClr>
              <a:buFont typeface="Arial" panose="020B0604020202020204" pitchFamily="34" charset="0"/>
              <a:buChar char="•"/>
            </a:pPr>
            <a:endParaRPr lang="de-DE" sz="1600" dirty="0"/>
          </a:p>
        </p:txBody>
      </p:sp>
      <p:sp>
        <p:nvSpPr>
          <p:cNvPr id="10" name="Rechteck 9">
            <a:extLst>
              <a:ext uri="{FF2B5EF4-FFF2-40B4-BE49-F238E27FC236}">
                <a16:creationId xmlns:a16="http://schemas.microsoft.com/office/drawing/2014/main" id="{1177CE29-FD29-6046-A24F-59AF536D5654}"/>
              </a:ext>
            </a:extLst>
          </p:cNvPr>
          <p:cNvSpPr/>
          <p:nvPr/>
        </p:nvSpPr>
        <p:spPr bwMode="gray">
          <a:xfrm>
            <a:off x="454025" y="1425352"/>
            <a:ext cx="6120383" cy="5017910"/>
          </a:xfrm>
          <a:prstGeom prst="rect">
            <a:avLst/>
          </a:prstGeom>
          <a:solidFill>
            <a:schemeClr val="bg2">
              <a:alpha val="0"/>
            </a:schemeClr>
          </a:solidFill>
          <a:ln w="158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dirty="0" err="1"/>
          </a:p>
        </p:txBody>
      </p:sp>
      <p:sp>
        <p:nvSpPr>
          <p:cNvPr id="4" name="Rechteck 3">
            <a:extLst>
              <a:ext uri="{FF2B5EF4-FFF2-40B4-BE49-F238E27FC236}">
                <a16:creationId xmlns:a16="http://schemas.microsoft.com/office/drawing/2014/main" id="{18C1579C-3C72-8D49-A192-E4FF40B88925}"/>
              </a:ext>
            </a:extLst>
          </p:cNvPr>
          <p:cNvSpPr/>
          <p:nvPr/>
        </p:nvSpPr>
        <p:spPr bwMode="gray">
          <a:xfrm>
            <a:off x="7222480" y="2334419"/>
            <a:ext cx="5328295" cy="864096"/>
          </a:xfrm>
          <a:prstGeom prst="rect">
            <a:avLst/>
          </a:prstGeom>
          <a:solidFill>
            <a:schemeClr val="accent2">
              <a:alpha val="0"/>
            </a:schemeClr>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dirty="0" err="1"/>
          </a:p>
        </p:txBody>
      </p:sp>
      <p:sp>
        <p:nvSpPr>
          <p:cNvPr id="11" name="Rechteck 10">
            <a:extLst>
              <a:ext uri="{FF2B5EF4-FFF2-40B4-BE49-F238E27FC236}">
                <a16:creationId xmlns:a16="http://schemas.microsoft.com/office/drawing/2014/main" id="{9B3667EA-0C86-4945-BEAE-251196D4BA3A}"/>
              </a:ext>
            </a:extLst>
          </p:cNvPr>
          <p:cNvSpPr/>
          <p:nvPr/>
        </p:nvSpPr>
        <p:spPr bwMode="gray">
          <a:xfrm>
            <a:off x="3406057" y="1425353"/>
            <a:ext cx="432048" cy="432048"/>
          </a:xfrm>
          <a:prstGeom prst="rect">
            <a:avLst/>
          </a:prstGeom>
          <a:solidFill>
            <a:schemeClr val="accent2">
              <a:alpha val="0"/>
            </a:schemeClr>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dirty="0" err="1"/>
          </a:p>
        </p:txBody>
      </p:sp>
      <p:sp>
        <p:nvSpPr>
          <p:cNvPr id="7" name="Textfeld 6">
            <a:extLst>
              <a:ext uri="{FF2B5EF4-FFF2-40B4-BE49-F238E27FC236}">
                <a16:creationId xmlns:a16="http://schemas.microsoft.com/office/drawing/2014/main" id="{18008D34-388C-F345-B19E-74A685326904}"/>
              </a:ext>
            </a:extLst>
          </p:cNvPr>
          <p:cNvSpPr txBox="1"/>
          <p:nvPr/>
        </p:nvSpPr>
        <p:spPr bwMode="gray">
          <a:xfrm>
            <a:off x="525736" y="2073424"/>
            <a:ext cx="6048821" cy="504056"/>
          </a:xfrm>
          <a:prstGeom prst="rect">
            <a:avLst/>
          </a:prstGeom>
          <a:noFill/>
        </p:spPr>
        <p:txBody>
          <a:bodyPr wrap="square" lIns="0" tIns="0" rIns="0" bIns="0" rtlCol="0">
            <a:noAutofit/>
          </a:bodyPr>
          <a:lstStyle/>
          <a:p>
            <a:pPr marL="0" indent="0" algn="ctr">
              <a:spcBef>
                <a:spcPts val="500"/>
              </a:spcBef>
              <a:spcAft>
                <a:spcPts val="500"/>
              </a:spcAft>
              <a:buClr>
                <a:schemeClr val="bg2"/>
              </a:buClr>
              <a:buFont typeface="Wingdings" panose="05000000000000000000" pitchFamily="2" charset="2"/>
              <a:buNone/>
            </a:pPr>
            <a:r>
              <a:rPr lang="de-DE" sz="1600" i="1" dirty="0">
                <a:sym typeface="Wingdings" pitchFamily="2" charset="2"/>
              </a:rPr>
              <a:t>- g </a:t>
            </a:r>
            <a:r>
              <a:rPr lang="de-DE" sz="1600" dirty="0">
                <a:sym typeface="Wingdings" pitchFamily="2" charset="2"/>
              </a:rPr>
              <a:t>is learned from data points sampled from local perturbation distribution</a:t>
            </a:r>
            <a:endParaRPr lang="de-DE" sz="1600" i="1" dirty="0">
              <a:sym typeface="Wingdings" pitchFamily="2" charset="2"/>
            </a:endParaRPr>
          </a:p>
        </p:txBody>
      </p:sp>
      <p:sp>
        <p:nvSpPr>
          <p:cNvPr id="12" name="Textfeld 11">
            <a:extLst>
              <a:ext uri="{FF2B5EF4-FFF2-40B4-BE49-F238E27FC236}">
                <a16:creationId xmlns:a16="http://schemas.microsoft.com/office/drawing/2014/main" id="{C2CB2ADF-8027-834A-A696-26AA9A67A584}"/>
              </a:ext>
            </a:extLst>
          </p:cNvPr>
          <p:cNvSpPr txBox="1"/>
          <p:nvPr/>
        </p:nvSpPr>
        <p:spPr bwMode="gray">
          <a:xfrm>
            <a:off x="489805" y="2577480"/>
            <a:ext cx="6048821" cy="504056"/>
          </a:xfrm>
          <a:prstGeom prst="rect">
            <a:avLst/>
          </a:prstGeom>
          <a:noFill/>
        </p:spPr>
        <p:txBody>
          <a:bodyPr wrap="square" lIns="0" tIns="0" rIns="0" bIns="0" rtlCol="0">
            <a:noAutofit/>
          </a:bodyPr>
          <a:lstStyle/>
          <a:p>
            <a:pPr marL="0" indent="0" algn="ctr">
              <a:spcBef>
                <a:spcPts val="500"/>
              </a:spcBef>
              <a:spcAft>
                <a:spcPts val="500"/>
              </a:spcAft>
              <a:buClr>
                <a:schemeClr val="bg2"/>
              </a:buClr>
              <a:buFont typeface="Wingdings" panose="05000000000000000000" pitchFamily="2" charset="2"/>
              <a:buNone/>
            </a:pPr>
            <a:r>
              <a:rPr lang="de-DE" sz="1600" dirty="0">
                <a:sym typeface="Wingdings" pitchFamily="2" charset="2"/>
              </a:rPr>
              <a:t> </a:t>
            </a:r>
            <a:r>
              <a:rPr lang="de-DE" sz="1600" u="sng" dirty="0">
                <a:sym typeface="Wingdings" pitchFamily="2" charset="2"/>
              </a:rPr>
              <a:t>Question</a:t>
            </a:r>
            <a:r>
              <a:rPr lang="de-DE" sz="1600" i="1" dirty="0">
                <a:sym typeface="Wingdings" pitchFamily="2" charset="2"/>
              </a:rPr>
              <a:t>:</a:t>
            </a:r>
            <a:r>
              <a:rPr lang="de-DE" sz="1600" dirty="0">
                <a:sym typeface="Wingdings" pitchFamily="2" charset="2"/>
              </a:rPr>
              <a:t> How to obtain realistic local perturbation distribution?</a:t>
            </a:r>
            <a:endParaRPr lang="de-DE" sz="1600" i="1" dirty="0">
              <a:sym typeface="Wingdings" pitchFamily="2" charset="2"/>
            </a:endParaRPr>
          </a:p>
        </p:txBody>
      </p:sp>
      <p:sp>
        <p:nvSpPr>
          <p:cNvPr id="14" name="Oval 13">
            <a:extLst>
              <a:ext uri="{FF2B5EF4-FFF2-40B4-BE49-F238E27FC236}">
                <a16:creationId xmlns:a16="http://schemas.microsoft.com/office/drawing/2014/main" id="{B1BCEE9A-B07D-5949-A695-2B7EEC81DEB6}"/>
              </a:ext>
            </a:extLst>
          </p:cNvPr>
          <p:cNvSpPr/>
          <p:nvPr/>
        </p:nvSpPr>
        <p:spPr bwMode="gray">
          <a:xfrm rot="756196">
            <a:off x="2420174" y="3532576"/>
            <a:ext cx="1088530" cy="2304033"/>
          </a:xfrm>
          <a:prstGeom prst="ellipse">
            <a:avLst/>
          </a:prstGeom>
          <a:solidFill>
            <a:schemeClr val="bg2">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dirty="0" err="1"/>
          </a:p>
        </p:txBody>
      </p:sp>
      <p:sp>
        <p:nvSpPr>
          <p:cNvPr id="15" name="Oval 14">
            <a:extLst>
              <a:ext uri="{FF2B5EF4-FFF2-40B4-BE49-F238E27FC236}">
                <a16:creationId xmlns:a16="http://schemas.microsoft.com/office/drawing/2014/main" id="{F07FE179-A515-8545-8013-0B18B2139CA8}"/>
              </a:ext>
            </a:extLst>
          </p:cNvPr>
          <p:cNvSpPr/>
          <p:nvPr/>
        </p:nvSpPr>
        <p:spPr bwMode="gray">
          <a:xfrm rot="756196">
            <a:off x="1815879" y="2970961"/>
            <a:ext cx="593610" cy="2599811"/>
          </a:xfrm>
          <a:prstGeom prst="ellipse">
            <a:avLst/>
          </a:prstGeom>
          <a:solidFill>
            <a:schemeClr val="bg2">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dirty="0" err="1"/>
          </a:p>
        </p:txBody>
      </p:sp>
    </p:spTree>
    <p:extLst>
      <p:ext uri="{BB962C8B-B14F-4D97-AF65-F5344CB8AC3E}">
        <p14:creationId xmlns:p14="http://schemas.microsoft.com/office/powerpoint/2010/main" val="3363716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de-DE" err="1"/>
              <a:t>Explainable</a:t>
            </a:r>
            <a:r>
              <a:rPr lang="de-DE"/>
              <a:t> </a:t>
            </a:r>
            <a:r>
              <a:rPr lang="de-DE" err="1"/>
              <a:t>Artificial</a:t>
            </a:r>
            <a:r>
              <a:rPr lang="de-DE"/>
              <a:t> </a:t>
            </a:r>
            <a:r>
              <a:rPr lang="de-DE" err="1"/>
              <a:t>Intelligence</a:t>
            </a:r>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16</a:t>
            </a:fld>
            <a:endParaRPr lang="de-DE"/>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txBody>
          <a:bodyPr/>
          <a:lstStyle/>
          <a:p>
            <a:endParaRPr lang="de-DE"/>
          </a:p>
        </p:txBody>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8" name="Footer Placeholder 3">
            <a:extLst>
              <a:ext uri="{FF2B5EF4-FFF2-40B4-BE49-F238E27FC236}">
                <a16:creationId xmlns:a16="http://schemas.microsoft.com/office/drawing/2014/main" id="{C1BD3A6C-FBC7-FC4E-C63C-40763FBFAC73}"/>
              </a:ext>
            </a:extLst>
          </p:cNvPr>
          <p:cNvSpPr>
            <a:spLocks noGrp="1"/>
          </p:cNvSpPr>
          <p:nvPr>
            <p:ph type="ftr" sz="quarter" idx="11"/>
          </p:nvPr>
        </p:nvSpPr>
        <p:spPr>
          <a:xfrm>
            <a:off x="454026" y="7042150"/>
            <a:ext cx="4319588" cy="236219"/>
          </a:xfrm>
        </p:spPr>
        <p:txBody>
          <a:bodyPr/>
          <a:lstStyle/>
          <a:p>
            <a:endParaRPr lang="de-DE"/>
          </a:p>
        </p:txBody>
      </p:sp>
      <p:sp>
        <p:nvSpPr>
          <p:cNvPr id="7" name="Textfeld 6">
            <a:extLst>
              <a:ext uri="{FF2B5EF4-FFF2-40B4-BE49-F238E27FC236}">
                <a16:creationId xmlns:a16="http://schemas.microsoft.com/office/drawing/2014/main" id="{DCFDF236-9069-124C-977F-3248BA5F0130}"/>
              </a:ext>
            </a:extLst>
          </p:cNvPr>
          <p:cNvSpPr txBox="1"/>
          <p:nvPr/>
        </p:nvSpPr>
        <p:spPr bwMode="gray">
          <a:xfrm rot="19550578">
            <a:off x="4273522" y="2560402"/>
            <a:ext cx="5688632" cy="2016224"/>
          </a:xfrm>
          <a:prstGeom prst="rect">
            <a:avLst/>
          </a:prstGeom>
          <a:noFill/>
        </p:spPr>
        <p:txBody>
          <a:bodyPr wrap="square" lIns="0" tIns="0" rIns="0" bIns="0" rtlCol="0">
            <a:noAutofit/>
          </a:bodyPr>
          <a:lstStyle/>
          <a:p>
            <a:pPr marL="0" indent="0" algn="l">
              <a:spcBef>
                <a:spcPts val="500"/>
              </a:spcBef>
              <a:spcAft>
                <a:spcPts val="500"/>
              </a:spcAft>
              <a:buClr>
                <a:schemeClr val="bg2"/>
              </a:buClr>
              <a:buFont typeface="Wingdings" panose="05000000000000000000" pitchFamily="2" charset="2"/>
              <a:buNone/>
            </a:pPr>
            <a:r>
              <a:rPr lang="de-DE" sz="8800" dirty="0">
                <a:solidFill>
                  <a:schemeClr val="bg2">
                    <a:lumMod val="75000"/>
                  </a:schemeClr>
                </a:solidFill>
              </a:rPr>
              <a:t>DEMO</a:t>
            </a:r>
          </a:p>
        </p:txBody>
      </p:sp>
    </p:spTree>
    <p:extLst>
      <p:ext uri="{BB962C8B-B14F-4D97-AF65-F5344CB8AC3E}">
        <p14:creationId xmlns:p14="http://schemas.microsoft.com/office/powerpoint/2010/main" val="2724254267"/>
      </p:ext>
    </p:extLst>
  </p:cSld>
  <p:clrMapOvr>
    <a:masterClrMapping/>
  </p:clrMapOvr>
  <p:extLst mod="1">
    <p:ext uri="{6950BFC3-D8DA-4A85-94F7-54DA5524770B}">
      <p188:commentRel xmlns="" xmlns:p188="http://schemas.microsoft.com/office/powerpoint/2018/8/main" r:id="rId4"/>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194182-0BFA-A748-AE2A-9A8CD4D6EB54}"/>
              </a:ext>
            </a:extLst>
          </p:cNvPr>
          <p:cNvSpPr>
            <a:spLocks noGrp="1"/>
          </p:cNvSpPr>
          <p:nvPr>
            <p:ph type="title"/>
          </p:nvPr>
        </p:nvSpPr>
        <p:spPr>
          <a:xfrm>
            <a:off x="1750191" y="3081536"/>
            <a:ext cx="8640000" cy="1425575"/>
          </a:xfrm>
        </p:spPr>
        <p:txBody>
          <a:bodyPr/>
          <a:lstStyle/>
          <a:p>
            <a:pPr algn="ctr"/>
            <a:r>
              <a:rPr lang="de-DE"/>
              <a:t>Grundlagen:</a:t>
            </a:r>
            <a:br>
              <a:rPr lang="de-DE"/>
            </a:br>
            <a:r>
              <a:rPr lang="de-DE"/>
              <a:t>Kausalität und Double/Debiased Machine Learning (DML)</a:t>
            </a:r>
          </a:p>
        </p:txBody>
      </p:sp>
      <p:sp>
        <p:nvSpPr>
          <p:cNvPr id="5" name="Foliennummernplatzhalter 4">
            <a:extLst>
              <a:ext uri="{FF2B5EF4-FFF2-40B4-BE49-F238E27FC236}">
                <a16:creationId xmlns:a16="http://schemas.microsoft.com/office/drawing/2014/main" id="{5763F4BE-8D75-E846-905C-CF4B261883D3}"/>
              </a:ext>
            </a:extLst>
          </p:cNvPr>
          <p:cNvSpPr>
            <a:spLocks noGrp="1"/>
          </p:cNvSpPr>
          <p:nvPr>
            <p:ph type="sldNum" sz="quarter" idx="12"/>
          </p:nvPr>
        </p:nvSpPr>
        <p:spPr/>
        <p:txBody>
          <a:bodyPr/>
          <a:lstStyle/>
          <a:p>
            <a:fld id="{D612FFA8-16F3-4D16-935C-858579C7B661}" type="slidenum">
              <a:rPr lang="de-DE" smtClean="0"/>
              <a:pPr/>
              <a:t>17</a:t>
            </a:fld>
            <a:endParaRPr lang="de-DE"/>
          </a:p>
        </p:txBody>
      </p:sp>
      <p:pic>
        <p:nvPicPr>
          <p:cNvPr id="7" name="Grafik 6">
            <a:extLst>
              <a:ext uri="{FF2B5EF4-FFF2-40B4-BE49-F238E27FC236}">
                <a16:creationId xmlns:a16="http://schemas.microsoft.com/office/drawing/2014/main" id="{D6ADE48E-D684-1B40-9174-F899B142C909}"/>
              </a:ext>
            </a:extLst>
          </p:cNvPr>
          <p:cNvPicPr>
            <a:picLocks noChangeAspect="1"/>
          </p:cNvPicPr>
          <p:nvPr/>
        </p:nvPicPr>
        <p:blipFill>
          <a:blip r:embed="rId3"/>
          <a:stretch>
            <a:fillRect/>
          </a:stretch>
        </p:blipFill>
        <p:spPr>
          <a:xfrm>
            <a:off x="8884867" y="415429"/>
            <a:ext cx="2153816" cy="2153816"/>
          </a:xfrm>
          <a:prstGeom prst="rect">
            <a:avLst/>
          </a:prstGeom>
        </p:spPr>
      </p:pic>
    </p:spTree>
    <p:extLst>
      <p:ext uri="{BB962C8B-B14F-4D97-AF65-F5344CB8AC3E}">
        <p14:creationId xmlns:p14="http://schemas.microsoft.com/office/powerpoint/2010/main" val="3526199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D5F2C-4014-1129-CDD0-5040AF0B9CC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9651C28-BF25-C50E-7628-EDDCA980E507}"/>
              </a:ext>
            </a:extLst>
          </p:cNvPr>
          <p:cNvSpPr>
            <a:spLocks noGrp="1"/>
          </p:cNvSpPr>
          <p:nvPr>
            <p:ph type="title"/>
          </p:nvPr>
        </p:nvSpPr>
        <p:spPr/>
        <p:txBody>
          <a:bodyPr/>
          <a:lstStyle/>
          <a:p>
            <a:r>
              <a:rPr lang="en-US"/>
              <a:t>Status quo: </a:t>
            </a:r>
            <a:r>
              <a:rPr lang="en-US" err="1"/>
              <a:t>Limitationen</a:t>
            </a:r>
            <a:r>
              <a:rPr lang="en-US"/>
              <a:t> von ML-</a:t>
            </a:r>
            <a:r>
              <a:rPr lang="en-US" err="1"/>
              <a:t>Ansätzen</a:t>
            </a:r>
            <a:endParaRPr lang="de-DE"/>
          </a:p>
        </p:txBody>
      </p:sp>
      <p:sp>
        <p:nvSpPr>
          <p:cNvPr id="4" name="Textplatzhalter 3">
            <a:extLst>
              <a:ext uri="{FF2B5EF4-FFF2-40B4-BE49-F238E27FC236}">
                <a16:creationId xmlns:a16="http://schemas.microsoft.com/office/drawing/2014/main" id="{E52D9CD0-D445-5BFA-3964-060789214D86}"/>
              </a:ext>
            </a:extLst>
          </p:cNvPr>
          <p:cNvSpPr>
            <a:spLocks noGrp="1"/>
          </p:cNvSpPr>
          <p:nvPr>
            <p:ph type="body" sz="quarter" idx="13"/>
          </p:nvPr>
        </p:nvSpPr>
        <p:spPr>
          <a:xfrm>
            <a:off x="885825" y="1130452"/>
            <a:ext cx="11731477" cy="4752975"/>
          </a:xfrm>
        </p:spPr>
        <p:txBody>
          <a:bodyPr/>
          <a:lstStyle/>
          <a:p>
            <a:r>
              <a:rPr lang="en-US">
                <a:cs typeface="Segoe UI"/>
              </a:rPr>
              <a:t>-</a:t>
            </a:r>
            <a:r>
              <a:rPr lang="en-US" err="1">
                <a:cs typeface="Segoe UI"/>
              </a:rPr>
              <a:t>Maschinelle</a:t>
            </a:r>
            <a:r>
              <a:rPr lang="en-US">
                <a:cs typeface="Segoe UI"/>
              </a:rPr>
              <a:t> </a:t>
            </a:r>
            <a:r>
              <a:rPr lang="en-US" err="1">
                <a:cs typeface="Segoe UI"/>
              </a:rPr>
              <a:t>Lernansätze</a:t>
            </a:r>
            <a:r>
              <a:rPr lang="en-US">
                <a:cs typeface="Segoe UI"/>
              </a:rPr>
              <a:t>, </a:t>
            </a:r>
            <a:r>
              <a:rPr lang="en-US" err="1">
                <a:cs typeface="Segoe UI"/>
              </a:rPr>
              <a:t>kombiniert</a:t>
            </a:r>
            <a:r>
              <a:rPr lang="en-US">
                <a:cs typeface="Segoe UI"/>
              </a:rPr>
              <a:t> </a:t>
            </a:r>
            <a:r>
              <a:rPr lang="en-US" err="1">
                <a:cs typeface="Segoe UI"/>
              </a:rPr>
              <a:t>mit</a:t>
            </a:r>
            <a:r>
              <a:rPr lang="en-US">
                <a:cs typeface="Segoe UI"/>
              </a:rPr>
              <a:t> XAI-</a:t>
            </a:r>
            <a:r>
              <a:rPr lang="en-US" err="1">
                <a:cs typeface="Segoe UI"/>
              </a:rPr>
              <a:t>Ansätzen</a:t>
            </a:r>
            <a:r>
              <a:rPr lang="en-US">
                <a:cs typeface="Segoe UI"/>
              </a:rPr>
              <a:t>, </a:t>
            </a:r>
            <a:r>
              <a:rPr lang="en-US" err="1">
                <a:cs typeface="Segoe UI"/>
              </a:rPr>
              <a:t>identifizieren</a:t>
            </a:r>
            <a:r>
              <a:rPr lang="en-US">
                <a:cs typeface="Segoe UI"/>
              </a:rPr>
              <a:t> und </a:t>
            </a:r>
            <a:r>
              <a:rPr lang="en-US" err="1">
                <a:cs typeface="Segoe UI"/>
              </a:rPr>
              <a:t>explizieren</a:t>
            </a:r>
            <a:r>
              <a:rPr lang="en-US">
                <a:cs typeface="Segoe UI"/>
              </a:rPr>
              <a:t> (“</a:t>
            </a:r>
            <a:r>
              <a:rPr lang="en-US" err="1">
                <a:cs typeface="Segoe UI"/>
              </a:rPr>
              <a:t>erklären</a:t>
            </a:r>
            <a:r>
              <a:rPr lang="en-US">
                <a:cs typeface="Segoe UI"/>
              </a:rPr>
              <a:t>”) </a:t>
            </a:r>
          </a:p>
          <a:p>
            <a:r>
              <a:rPr lang="en-US" b="1">
                <a:cs typeface="Segoe UI"/>
              </a:rPr>
              <a:t>					</a:t>
            </a:r>
            <a:r>
              <a:rPr lang="en-US" b="1" err="1">
                <a:cs typeface="Segoe UI"/>
              </a:rPr>
              <a:t>Korrelationseffekte</a:t>
            </a:r>
            <a:r>
              <a:rPr lang="en-US">
                <a:cs typeface="Segoe UI"/>
              </a:rPr>
              <a:t>, </a:t>
            </a:r>
          </a:p>
          <a:p>
            <a:r>
              <a:rPr lang="en-US">
                <a:cs typeface="Segoe UI"/>
              </a:rPr>
              <a:t>				                </a:t>
            </a:r>
            <a:r>
              <a:rPr lang="en-US" b="1" err="1">
                <a:solidFill>
                  <a:schemeClr val="accent2"/>
                </a:solidFill>
                <a:cs typeface="Segoe UI"/>
              </a:rPr>
              <a:t>keine</a:t>
            </a:r>
            <a:r>
              <a:rPr lang="en-US" b="1">
                <a:cs typeface="Segoe UI"/>
              </a:rPr>
              <a:t> </a:t>
            </a:r>
            <a:r>
              <a:rPr lang="en-US" b="1" err="1">
                <a:cs typeface="Segoe UI"/>
              </a:rPr>
              <a:t>Kausaleffekte</a:t>
            </a:r>
            <a:r>
              <a:rPr lang="en-US" b="1">
                <a:cs typeface="Segoe UI"/>
              </a:rPr>
              <a:t> !!!</a:t>
            </a:r>
            <a:r>
              <a:rPr lang="en-US">
                <a:cs typeface="Segoe UI"/>
              </a:rPr>
              <a:t> </a:t>
            </a:r>
            <a:r>
              <a:rPr lang="en-US" b="1">
                <a:cs typeface="Segoe UI"/>
              </a:rPr>
              <a:t> </a:t>
            </a:r>
            <a:endParaRPr lang="en-US" b="1">
              <a:cs typeface="Segoe UI"/>
              <a:sym typeface="Wingdings" panose="05000000000000000000" pitchFamily="2" charset="2"/>
            </a:endParaRPr>
          </a:p>
          <a:p>
            <a:r>
              <a:rPr lang="en-US" b="1">
                <a:cs typeface="Segoe UI"/>
                <a:sym typeface="Wingdings" panose="05000000000000000000" pitchFamily="2" charset="2"/>
              </a:rPr>
              <a:t>Definition </a:t>
            </a:r>
            <a:r>
              <a:rPr lang="en-US" b="1" err="1">
                <a:cs typeface="Segoe UI"/>
                <a:sym typeface="Wingdings" panose="05000000000000000000" pitchFamily="2" charset="2"/>
              </a:rPr>
              <a:t>Korrelation</a:t>
            </a:r>
            <a:r>
              <a:rPr lang="en-US" b="1">
                <a:cs typeface="Segoe UI"/>
                <a:sym typeface="Wingdings" panose="05000000000000000000" pitchFamily="2" charset="2"/>
              </a:rPr>
              <a:t>: </a:t>
            </a:r>
            <a:r>
              <a:rPr lang="de-DE"/>
              <a:t>„(</a:t>
            </a:r>
            <a:r>
              <a:rPr lang="de-DE" err="1"/>
              <a:t>mittellat</a:t>
            </a:r>
            <a:r>
              <a:rPr lang="de-DE"/>
              <a:t>. </a:t>
            </a:r>
            <a:r>
              <a:rPr lang="de-DE" i="1" err="1"/>
              <a:t>correlatio</a:t>
            </a:r>
            <a:r>
              <a:rPr lang="de-DE"/>
              <a:t> für ‚Wechselbeziehung‘) beschreibt eine Beziehung zwischen zwei oder mehreren Merkmalen, Ereignissen, Zuständen oder Funktionen“. </a:t>
            </a:r>
            <a:r>
              <a:rPr lang="de-DE" u="sng"/>
              <a:t>Das eine steht in Beziehung zum anderen, bedingt es aber nicht zwingend! </a:t>
            </a:r>
            <a:r>
              <a:rPr lang="de-DE"/>
              <a:t>Korrelationen können, müssen aber nicht Hinweise auf kausale Zusammenhänge geben.</a:t>
            </a:r>
            <a:endParaRPr lang="en-US">
              <a:cs typeface="Segoe UI"/>
              <a:sym typeface="Wingdings" panose="05000000000000000000" pitchFamily="2" charset="2"/>
            </a:endParaRPr>
          </a:p>
          <a:p>
            <a:endParaRPr lang="en-US" b="1">
              <a:cs typeface="Segoe UI"/>
              <a:sym typeface="Wingdings" panose="05000000000000000000" pitchFamily="2" charset="2"/>
            </a:endParaRPr>
          </a:p>
          <a:p>
            <a:r>
              <a:rPr lang="en-US" b="1">
                <a:cs typeface="Segoe UI"/>
                <a:sym typeface="Wingdings" panose="05000000000000000000" pitchFamily="2" charset="2"/>
              </a:rPr>
              <a:t>Definition </a:t>
            </a:r>
            <a:r>
              <a:rPr lang="en-US" b="1" err="1">
                <a:cs typeface="Segoe UI"/>
                <a:sym typeface="Wingdings" panose="05000000000000000000" pitchFamily="2" charset="2"/>
              </a:rPr>
              <a:t>Kausalität</a:t>
            </a:r>
            <a:r>
              <a:rPr lang="en-US" b="1">
                <a:cs typeface="Segoe UI"/>
                <a:sym typeface="Wingdings" panose="05000000000000000000" pitchFamily="2" charset="2"/>
              </a:rPr>
              <a:t>: </a:t>
            </a:r>
            <a:r>
              <a:rPr lang="de-DE"/>
              <a:t>„(lat. </a:t>
            </a:r>
            <a:r>
              <a:rPr lang="de-DE" i="1"/>
              <a:t>causa</a:t>
            </a:r>
            <a:r>
              <a:rPr lang="de-DE"/>
              <a:t> ‚Ursache‘) ist die Beziehung zwischen </a:t>
            </a:r>
            <a:r>
              <a:rPr lang="de-DE" i="1"/>
              <a:t>Ursache</a:t>
            </a:r>
            <a:r>
              <a:rPr lang="de-DE"/>
              <a:t> und </a:t>
            </a:r>
            <a:r>
              <a:rPr lang="de-DE" i="1"/>
              <a:t>Wirkung</a:t>
            </a:r>
            <a:r>
              <a:rPr lang="de-DE"/>
              <a:t> oder ‚Aktion‘ und ‚Reaktion‘, betrifft also die Abfolge aufeinander bezogener Ereignisse und Zustände“ (Wikipedia). </a:t>
            </a:r>
            <a:r>
              <a:rPr lang="de-DE" u="sng"/>
              <a:t>Das eine verursacht das andere</a:t>
            </a:r>
            <a:r>
              <a:rPr lang="de-DE"/>
              <a:t>. Um Kausalzusammenhänge nachzuweisen, muss u.a. ausgeschlossen werden, dass noch andere Dinge zur Wirkung geführt haben. </a:t>
            </a:r>
          </a:p>
          <a:p>
            <a:endParaRPr lang="en-US">
              <a:cs typeface="Segoe UI"/>
              <a:sym typeface="Wingdings" panose="05000000000000000000" pitchFamily="2" charset="2"/>
            </a:endParaRPr>
          </a:p>
          <a:p>
            <a:r>
              <a:rPr lang="en-US" b="1" err="1">
                <a:cs typeface="Segoe UI"/>
                <a:sym typeface="Wingdings" panose="05000000000000000000" pitchFamily="2" charset="2"/>
              </a:rPr>
              <a:t>Zusammenhang</a:t>
            </a:r>
            <a:r>
              <a:rPr lang="en-US" b="1">
                <a:cs typeface="Segoe UI"/>
                <a:sym typeface="Wingdings" panose="05000000000000000000" pitchFamily="2" charset="2"/>
              </a:rPr>
              <a:t> </a:t>
            </a:r>
            <a:r>
              <a:rPr lang="en-US" b="1" err="1">
                <a:cs typeface="Segoe UI"/>
                <a:sym typeface="Wingdings" panose="05000000000000000000" pitchFamily="2" charset="2"/>
              </a:rPr>
              <a:t>über</a:t>
            </a:r>
            <a:r>
              <a:rPr lang="en-US" b="1">
                <a:cs typeface="Segoe UI"/>
                <a:sym typeface="Wingdings" panose="05000000000000000000" pitchFamily="2" charset="2"/>
              </a:rPr>
              <a:t> </a:t>
            </a:r>
            <a:r>
              <a:rPr lang="de-DE" b="1">
                <a:cs typeface="Segoe UI"/>
                <a:sym typeface="Wingdings" panose="05000000000000000000" pitchFamily="2" charset="2"/>
              </a:rPr>
              <a:t>Common-</a:t>
            </a:r>
            <a:r>
              <a:rPr lang="de-DE" b="1" err="1">
                <a:cs typeface="Segoe UI"/>
                <a:sym typeface="Wingdings" panose="05000000000000000000" pitchFamily="2" charset="2"/>
              </a:rPr>
              <a:t>Cause</a:t>
            </a:r>
            <a:r>
              <a:rPr lang="de-DE" b="1">
                <a:cs typeface="Segoe UI"/>
                <a:sym typeface="Wingdings" panose="05000000000000000000" pitchFamily="2" charset="2"/>
              </a:rPr>
              <a:t>-</a:t>
            </a:r>
            <a:r>
              <a:rPr lang="de-DE" b="1" err="1">
                <a:cs typeface="Segoe UI"/>
                <a:sym typeface="Wingdings" panose="05000000000000000000" pitchFamily="2" charset="2"/>
              </a:rPr>
              <a:t>Principle</a:t>
            </a:r>
            <a:r>
              <a:rPr lang="de-DE" b="1">
                <a:cs typeface="Segoe UI"/>
                <a:sym typeface="Wingdings" panose="05000000000000000000" pitchFamily="2" charset="2"/>
              </a:rPr>
              <a:t>: </a:t>
            </a:r>
            <a:r>
              <a:rPr lang="de-DE">
                <a:cs typeface="Segoe UI"/>
                <a:sym typeface="Wingdings" panose="05000000000000000000" pitchFamily="2" charset="2"/>
              </a:rPr>
              <a:t>Wenn zwei Beobachtungsgrößen X und Y statistisch voneinander abhängig sind, dann gibt es eine Variable Z, die beide kausal beeinflusst und die gesamte Abhängigkeit in dem Sinne erklärt, dass sie unabhängig voneinander sind, wenn man auf Z konditioniert („Z festschreibt oder fixiert“). Z wird dann als </a:t>
            </a:r>
            <a:r>
              <a:rPr lang="de-DE" err="1">
                <a:cs typeface="Segoe UI"/>
                <a:sym typeface="Wingdings" panose="05000000000000000000" pitchFamily="2" charset="2"/>
              </a:rPr>
              <a:t>Confounder</a:t>
            </a:r>
            <a:r>
              <a:rPr lang="de-DE">
                <a:cs typeface="Segoe UI"/>
                <a:sym typeface="Wingdings" panose="05000000000000000000" pitchFamily="2" charset="2"/>
              </a:rPr>
              <a:t> bezeichnet.</a:t>
            </a:r>
            <a:endParaRPr lang="en-US">
              <a:cs typeface="Segoe UI"/>
              <a:sym typeface="Wingdings" panose="05000000000000000000" pitchFamily="2" charset="2"/>
            </a:endParaRPr>
          </a:p>
          <a:p>
            <a:endParaRPr lang="en-US" b="1">
              <a:cs typeface="Segoe UI"/>
              <a:sym typeface="Wingdings" panose="05000000000000000000" pitchFamily="2" charset="2"/>
            </a:endParaRPr>
          </a:p>
          <a:p>
            <a:r>
              <a:rPr lang="en-US" b="1">
                <a:cs typeface="Segoe UI"/>
                <a:sym typeface="Wingdings" panose="05000000000000000000" pitchFamily="2" charset="2"/>
              </a:rPr>
              <a:t>Definition Confounder: </a:t>
            </a:r>
            <a:r>
              <a:rPr lang="de-DE"/>
              <a:t>Als </a:t>
            </a:r>
            <a:r>
              <a:rPr lang="de-DE" err="1"/>
              <a:t>Confounder</a:t>
            </a:r>
            <a:r>
              <a:rPr lang="de-DE"/>
              <a:t> (Störgröße) wird ein Faktor bezeichnet, der sowohl mit einer Intervention (oder Exposition), als auch mit dem Zielkriterium einer Studie/Analyse/Untersuchung assoziiert ist.</a:t>
            </a:r>
            <a:endParaRPr lang="en-US" b="1">
              <a:cs typeface="Segoe UI"/>
              <a:sym typeface="Wingdings" panose="05000000000000000000" pitchFamily="2" charset="2"/>
            </a:endParaRPr>
          </a:p>
          <a:p>
            <a:endParaRPr lang="de-DE"/>
          </a:p>
          <a:p>
            <a:endParaRPr lang="en-US" b="1">
              <a:cs typeface="Segoe UI"/>
              <a:sym typeface="Wingdings" panose="05000000000000000000" pitchFamily="2" charset="2"/>
            </a:endParaRPr>
          </a:p>
        </p:txBody>
      </p:sp>
      <p:sp>
        <p:nvSpPr>
          <p:cNvPr id="5" name="Foliennummernplatzhalter 4">
            <a:extLst>
              <a:ext uri="{FF2B5EF4-FFF2-40B4-BE49-F238E27FC236}">
                <a16:creationId xmlns:a16="http://schemas.microsoft.com/office/drawing/2014/main" id="{18AB55F2-8677-E0B5-FF69-6B1518E0E17B}"/>
              </a:ext>
            </a:extLst>
          </p:cNvPr>
          <p:cNvSpPr>
            <a:spLocks noGrp="1"/>
          </p:cNvSpPr>
          <p:nvPr>
            <p:ph type="sldNum" sz="quarter" idx="12"/>
          </p:nvPr>
        </p:nvSpPr>
        <p:spPr/>
        <p:txBody>
          <a:bodyPr/>
          <a:lstStyle/>
          <a:p>
            <a:fld id="{D612FFA8-16F3-4D16-935C-858579C7B661}" type="slidenum">
              <a:rPr lang="de-DE" smtClean="0"/>
              <a:pPr/>
              <a:t>18</a:t>
            </a:fld>
            <a:endParaRPr lang="de-DE"/>
          </a:p>
        </p:txBody>
      </p:sp>
      <p:sp>
        <p:nvSpPr>
          <p:cNvPr id="6" name="SmartArt-Platzhalter 5">
            <a:extLst>
              <a:ext uri="{FF2B5EF4-FFF2-40B4-BE49-F238E27FC236}">
                <a16:creationId xmlns:a16="http://schemas.microsoft.com/office/drawing/2014/main" id="{3AC7930E-FCA3-6D16-4216-BF9B993087DF}"/>
              </a:ext>
            </a:extLst>
          </p:cNvPr>
          <p:cNvSpPr>
            <a:spLocks noGrp="1"/>
          </p:cNvSpPr>
          <p:nvPr>
            <p:ph type="dgm" sz="quarter" idx="24"/>
          </p:nvPr>
        </p:nvSpPr>
        <p:spPr/>
        <p:txBody>
          <a:bodyPr/>
          <a:lstStyle/>
          <a:p>
            <a:endParaRPr lang="de-DE"/>
          </a:p>
        </p:txBody>
      </p:sp>
      <p:sp>
        <p:nvSpPr>
          <p:cNvPr id="7" name="Footer Placeholder 3">
            <a:extLst>
              <a:ext uri="{FF2B5EF4-FFF2-40B4-BE49-F238E27FC236}">
                <a16:creationId xmlns:a16="http://schemas.microsoft.com/office/drawing/2014/main" id="{04C772AF-230F-EE4B-ED4C-201502BD55B5}"/>
              </a:ext>
            </a:extLst>
          </p:cNvPr>
          <p:cNvSpPr>
            <a:spLocks noGrp="1"/>
          </p:cNvSpPr>
          <p:nvPr>
            <p:ph type="ftr" sz="quarter" idx="11"/>
          </p:nvPr>
        </p:nvSpPr>
        <p:spPr>
          <a:xfrm>
            <a:off x="454026" y="7042150"/>
            <a:ext cx="4319588" cy="236219"/>
          </a:xfrm>
        </p:spPr>
        <p:txBody>
          <a:bodyPr/>
          <a:lstStyle/>
          <a:p>
            <a:endParaRPr lang="de-DE"/>
          </a:p>
        </p:txBody>
      </p:sp>
    </p:spTree>
    <p:extLst>
      <p:ext uri="{BB962C8B-B14F-4D97-AF65-F5344CB8AC3E}">
        <p14:creationId xmlns:p14="http://schemas.microsoft.com/office/powerpoint/2010/main" val="4231340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ext uri="{6950BFC3-D8DA-4A85-94F7-54DA5524770B}">
      <p188:commentRel xmlns=""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D5F2C-4014-1129-CDD0-5040AF0B9CC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9651C28-BF25-C50E-7628-EDDCA980E507}"/>
              </a:ext>
            </a:extLst>
          </p:cNvPr>
          <p:cNvSpPr>
            <a:spLocks noGrp="1"/>
          </p:cNvSpPr>
          <p:nvPr>
            <p:ph type="title"/>
          </p:nvPr>
        </p:nvSpPr>
        <p:spPr/>
        <p:txBody>
          <a:bodyPr/>
          <a:lstStyle/>
          <a:p>
            <a:r>
              <a:rPr lang="en-US"/>
              <a:t>Confounder - Kernidee</a:t>
            </a:r>
            <a:endParaRPr lang="de-DE"/>
          </a:p>
        </p:txBody>
      </p:sp>
      <p:sp>
        <p:nvSpPr>
          <p:cNvPr id="5" name="Foliennummernplatzhalter 4">
            <a:extLst>
              <a:ext uri="{FF2B5EF4-FFF2-40B4-BE49-F238E27FC236}">
                <a16:creationId xmlns:a16="http://schemas.microsoft.com/office/drawing/2014/main" id="{18AB55F2-8677-E0B5-FF69-6B1518E0E17B}"/>
              </a:ext>
            </a:extLst>
          </p:cNvPr>
          <p:cNvSpPr>
            <a:spLocks noGrp="1"/>
          </p:cNvSpPr>
          <p:nvPr>
            <p:ph type="sldNum" sz="quarter" idx="12"/>
          </p:nvPr>
        </p:nvSpPr>
        <p:spPr/>
        <p:txBody>
          <a:bodyPr/>
          <a:lstStyle/>
          <a:p>
            <a:fld id="{D612FFA8-16F3-4D16-935C-858579C7B661}" type="slidenum">
              <a:rPr lang="de-DE" smtClean="0"/>
              <a:pPr/>
              <a:t>19</a:t>
            </a:fld>
            <a:endParaRPr lang="de-DE"/>
          </a:p>
        </p:txBody>
      </p:sp>
      <p:sp>
        <p:nvSpPr>
          <p:cNvPr id="6" name="SmartArt-Platzhalter 5">
            <a:extLst>
              <a:ext uri="{FF2B5EF4-FFF2-40B4-BE49-F238E27FC236}">
                <a16:creationId xmlns:a16="http://schemas.microsoft.com/office/drawing/2014/main" id="{3AC7930E-FCA3-6D16-4216-BF9B993087DF}"/>
              </a:ext>
            </a:extLst>
          </p:cNvPr>
          <p:cNvSpPr>
            <a:spLocks noGrp="1"/>
          </p:cNvSpPr>
          <p:nvPr>
            <p:ph type="dgm" sz="quarter" idx="24"/>
          </p:nvPr>
        </p:nvSpPr>
        <p:spPr/>
        <p:txBody>
          <a:bodyPr/>
          <a:lstStyle/>
          <a:p>
            <a:endParaRPr lang="de-DE"/>
          </a:p>
        </p:txBody>
      </p:sp>
      <p:sp>
        <p:nvSpPr>
          <p:cNvPr id="7" name="Footer Placeholder 3">
            <a:extLst>
              <a:ext uri="{FF2B5EF4-FFF2-40B4-BE49-F238E27FC236}">
                <a16:creationId xmlns:a16="http://schemas.microsoft.com/office/drawing/2014/main" id="{04C772AF-230F-EE4B-ED4C-201502BD55B5}"/>
              </a:ext>
            </a:extLst>
          </p:cNvPr>
          <p:cNvSpPr>
            <a:spLocks noGrp="1"/>
          </p:cNvSpPr>
          <p:nvPr>
            <p:ph type="ftr" sz="quarter" idx="11"/>
          </p:nvPr>
        </p:nvSpPr>
        <p:spPr>
          <a:xfrm>
            <a:off x="454026" y="7042150"/>
            <a:ext cx="4319588" cy="236219"/>
          </a:xfrm>
        </p:spPr>
        <p:txBody>
          <a:bodyPr/>
          <a:lstStyle/>
          <a:p>
            <a:endParaRPr lang="de-DE"/>
          </a:p>
        </p:txBody>
      </p:sp>
      <p:pic>
        <p:nvPicPr>
          <p:cNvPr id="9" name="Grafik 8">
            <a:extLst>
              <a:ext uri="{FF2B5EF4-FFF2-40B4-BE49-F238E27FC236}">
                <a16:creationId xmlns:a16="http://schemas.microsoft.com/office/drawing/2014/main" id="{A556DF63-13FB-9B4C-803B-56C44B8466B1}"/>
              </a:ext>
            </a:extLst>
          </p:cNvPr>
          <p:cNvPicPr>
            <a:picLocks noChangeAspect="1"/>
          </p:cNvPicPr>
          <p:nvPr/>
        </p:nvPicPr>
        <p:blipFill>
          <a:blip r:embed="rId3"/>
          <a:stretch>
            <a:fillRect/>
          </a:stretch>
        </p:blipFill>
        <p:spPr>
          <a:xfrm>
            <a:off x="306778" y="783485"/>
            <a:ext cx="8815777" cy="6258665"/>
          </a:xfrm>
          <a:prstGeom prst="rect">
            <a:avLst/>
          </a:prstGeom>
        </p:spPr>
      </p:pic>
    </p:spTree>
    <p:extLst>
      <p:ext uri="{BB962C8B-B14F-4D97-AF65-F5344CB8AC3E}">
        <p14:creationId xmlns:p14="http://schemas.microsoft.com/office/powerpoint/2010/main" val="4165522850"/>
      </p:ext>
    </p:extLst>
  </p:cSld>
  <p:clrMapOvr>
    <a:masterClrMapping/>
  </p:clrMapOvr>
  <p:extLst mod="1">
    <p:ext uri="{6950BFC3-D8DA-4A85-94F7-54DA5524770B}">
      <p188:commentRel xmlns="" xmlns:p188="http://schemas.microsoft.com/office/powerpoint/2018/8/main" r:id="rId4"/>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A7ED5DC2-6F14-4885-BA98-0C1A4B86E7C6}"/>
              </a:ext>
            </a:extLst>
          </p:cNvPr>
          <p:cNvPicPr>
            <a:picLocks noChangeAspect="1"/>
          </p:cNvPicPr>
          <p:nvPr/>
        </p:nvPicPr>
        <p:blipFill rotWithShape="1">
          <a:blip r:embed="rId3"/>
          <a:srcRect b="3733"/>
          <a:stretch/>
        </p:blipFill>
        <p:spPr>
          <a:xfrm>
            <a:off x="5746771" y="1"/>
            <a:ext cx="7258030" cy="7042150"/>
          </a:xfrm>
          <a:prstGeom prst="rect">
            <a:avLst/>
          </a:prstGeom>
        </p:spPr>
      </p:pic>
      <p:sp>
        <p:nvSpPr>
          <p:cNvPr id="3" name="Titel 2">
            <a:extLst>
              <a:ext uri="{FF2B5EF4-FFF2-40B4-BE49-F238E27FC236}">
                <a16:creationId xmlns:a16="http://schemas.microsoft.com/office/drawing/2014/main" id="{D56639B5-8A36-4EFB-9166-DD4214DEE3C1}"/>
              </a:ext>
            </a:extLst>
          </p:cNvPr>
          <p:cNvSpPr>
            <a:spLocks noGrp="1"/>
          </p:cNvSpPr>
          <p:nvPr>
            <p:ph type="title"/>
          </p:nvPr>
        </p:nvSpPr>
        <p:spPr>
          <a:xfrm>
            <a:off x="454024" y="0"/>
            <a:ext cx="5292747" cy="1425575"/>
          </a:xfrm>
        </p:spPr>
        <p:txBody>
          <a:bodyPr/>
          <a:lstStyle/>
          <a:p>
            <a:r>
              <a:rPr lang="de-DE"/>
              <a:t>Intuition und Beispiel: Korrelation vs. Kausalität</a:t>
            </a:r>
          </a:p>
        </p:txBody>
      </p:sp>
      <p:sp>
        <p:nvSpPr>
          <p:cNvPr id="7" name="Textplatzhalter 6">
            <a:extLst>
              <a:ext uri="{FF2B5EF4-FFF2-40B4-BE49-F238E27FC236}">
                <a16:creationId xmlns:a16="http://schemas.microsoft.com/office/drawing/2014/main" id="{CC9D6237-678F-49E4-B68E-60AD81E5084C}"/>
              </a:ext>
            </a:extLst>
          </p:cNvPr>
          <p:cNvSpPr>
            <a:spLocks noGrp="1"/>
          </p:cNvSpPr>
          <p:nvPr>
            <p:ph type="body" sz="quarter" idx="13"/>
          </p:nvPr>
        </p:nvSpPr>
        <p:spPr>
          <a:xfrm>
            <a:off x="454024" y="1860550"/>
            <a:ext cx="5184775" cy="4752975"/>
          </a:xfrm>
        </p:spPr>
        <p:txBody>
          <a:bodyPr vert="horz" lIns="0" tIns="0" rIns="0" bIns="0" rtlCol="0" anchor="t">
            <a:noAutofit/>
          </a:bodyPr>
          <a:lstStyle/>
          <a:p>
            <a:r>
              <a:rPr lang="de-DE" b="1"/>
              <a:t>Korrelation</a:t>
            </a:r>
            <a:r>
              <a:rPr lang="de-DE"/>
              <a:t>: Beziehung zwischen zwei Merkmalen</a:t>
            </a:r>
          </a:p>
          <a:p>
            <a:r>
              <a:rPr lang="de-DE" b="1"/>
              <a:t>Kausalität</a:t>
            </a:r>
            <a:r>
              <a:rPr lang="de-DE"/>
              <a:t>: Beziehung zwischen Ursache und Wirkung</a:t>
            </a:r>
            <a:endParaRPr lang="de-DE">
              <a:cs typeface="Segoe UI"/>
            </a:endParaRPr>
          </a:p>
          <a:p>
            <a:r>
              <a:rPr lang="de-DE"/>
              <a:t>Korrelation können einen Hinweis auf kausale Zusammenhänge geben, müssen aber nicht!</a:t>
            </a:r>
            <a:endParaRPr lang="de-DE">
              <a:cs typeface="Segoe UI"/>
            </a:endParaRPr>
          </a:p>
          <a:p>
            <a:endParaRPr lang="de-DE"/>
          </a:p>
          <a:p>
            <a:r>
              <a:rPr lang="de-DE"/>
              <a:t>Zwischen Eisverkäufe und Haiangriffe besteht eine Korrelation.</a:t>
            </a:r>
            <a:endParaRPr lang="de-DE">
              <a:cs typeface="Segoe UI"/>
            </a:endParaRPr>
          </a:p>
          <a:p>
            <a:endParaRPr lang="de-DE"/>
          </a:p>
          <a:p>
            <a:r>
              <a:rPr lang="de-DE"/>
              <a:t>Aber: Besteht auch ein Kausalzusammenhang? </a:t>
            </a:r>
          </a:p>
        </p:txBody>
      </p:sp>
      <p:sp>
        <p:nvSpPr>
          <p:cNvPr id="9" name="Foliennummernplatzhalter 8">
            <a:extLst>
              <a:ext uri="{FF2B5EF4-FFF2-40B4-BE49-F238E27FC236}">
                <a16:creationId xmlns:a16="http://schemas.microsoft.com/office/drawing/2014/main" id="{450FEA3B-4503-4603-A345-9ADB6A5A3C81}"/>
              </a:ext>
            </a:extLst>
          </p:cNvPr>
          <p:cNvSpPr>
            <a:spLocks noGrp="1"/>
          </p:cNvSpPr>
          <p:nvPr>
            <p:ph type="sldNum" sz="quarter" idx="27"/>
          </p:nvPr>
        </p:nvSpPr>
        <p:spPr bwMode="gray">
          <a:xfrm>
            <a:off x="11687175" y="7042150"/>
            <a:ext cx="863600" cy="236219"/>
          </a:xfrm>
          <a:prstGeom prst="rect">
            <a:avLst/>
          </a:prstGeom>
        </p:spPr>
        <p:txBody>
          <a:bodyPr vert="horz" lIns="0" tIns="0" rIns="0" bIns="0" rtlCol="0" anchor="ctr"/>
          <a:lstStyle>
            <a:defPPr>
              <a:defRPr lang="en-US"/>
            </a:defPPr>
            <a:lvl1pPr marL="0" algn="r" defTabSz="457200" rtl="0" eaLnBrk="1" latinLnBrk="0" hangingPunct="1">
              <a:defRPr sz="800" kern="1200">
                <a:solidFill>
                  <a:srgbClr val="666666"/>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612FFA8-16F3-4D16-935C-858579C7B661}" type="slidenum">
              <a:rPr lang="de-DE" smtClean="0"/>
              <a:pPr/>
              <a:t>20</a:t>
            </a:fld>
            <a:endParaRPr lang="de-DE"/>
          </a:p>
        </p:txBody>
      </p:sp>
      <p:sp>
        <p:nvSpPr>
          <p:cNvPr id="17" name="Pfeil: nach rechts 16">
            <a:extLst>
              <a:ext uri="{FF2B5EF4-FFF2-40B4-BE49-F238E27FC236}">
                <a16:creationId xmlns:a16="http://schemas.microsoft.com/office/drawing/2014/main" id="{879DF8CB-F84F-48AB-8BE1-7CC65A1EF978}"/>
              </a:ext>
            </a:extLst>
          </p:cNvPr>
          <p:cNvSpPr/>
          <p:nvPr/>
        </p:nvSpPr>
        <p:spPr bwMode="gray">
          <a:xfrm>
            <a:off x="9213452" y="2124945"/>
            <a:ext cx="792088" cy="360040"/>
          </a:xfrm>
          <a:prstGeom prst="rightArrow">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err="1"/>
          </a:p>
        </p:txBody>
      </p:sp>
      <p:sp>
        <p:nvSpPr>
          <p:cNvPr id="20" name="Pfeil: nach rechts 19">
            <a:extLst>
              <a:ext uri="{FF2B5EF4-FFF2-40B4-BE49-F238E27FC236}">
                <a16:creationId xmlns:a16="http://schemas.microsoft.com/office/drawing/2014/main" id="{E72D3D88-DECC-459D-9B8D-8AEA993F7875}"/>
              </a:ext>
            </a:extLst>
          </p:cNvPr>
          <p:cNvSpPr/>
          <p:nvPr/>
        </p:nvSpPr>
        <p:spPr bwMode="gray">
          <a:xfrm>
            <a:off x="9069436" y="4617775"/>
            <a:ext cx="792088" cy="360040"/>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err="1"/>
          </a:p>
        </p:txBody>
      </p:sp>
      <p:sp>
        <p:nvSpPr>
          <p:cNvPr id="21" name="Pfeil: nach rechts 20">
            <a:extLst>
              <a:ext uri="{FF2B5EF4-FFF2-40B4-BE49-F238E27FC236}">
                <a16:creationId xmlns:a16="http://schemas.microsoft.com/office/drawing/2014/main" id="{4EEFE4DE-7CAF-4E65-A8F5-E65FECB707AF}"/>
              </a:ext>
            </a:extLst>
          </p:cNvPr>
          <p:cNvSpPr/>
          <p:nvPr/>
        </p:nvSpPr>
        <p:spPr bwMode="gray">
          <a:xfrm rot="16200000">
            <a:off x="10448771" y="3440749"/>
            <a:ext cx="792088" cy="360040"/>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err="1"/>
          </a:p>
        </p:txBody>
      </p:sp>
      <p:sp>
        <p:nvSpPr>
          <p:cNvPr id="22" name="Pfeil: nach rechts 21">
            <a:extLst>
              <a:ext uri="{FF2B5EF4-FFF2-40B4-BE49-F238E27FC236}">
                <a16:creationId xmlns:a16="http://schemas.microsoft.com/office/drawing/2014/main" id="{F1373D46-224A-4923-A19D-B4233324F183}"/>
              </a:ext>
            </a:extLst>
          </p:cNvPr>
          <p:cNvSpPr/>
          <p:nvPr/>
        </p:nvSpPr>
        <p:spPr bwMode="gray">
          <a:xfrm rot="16200000">
            <a:off x="7477224" y="3398799"/>
            <a:ext cx="792088" cy="360040"/>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err="1"/>
          </a:p>
        </p:txBody>
      </p:sp>
      <p:sp>
        <p:nvSpPr>
          <p:cNvPr id="23" name="Pfeil: nach rechts 22">
            <a:extLst>
              <a:ext uri="{FF2B5EF4-FFF2-40B4-BE49-F238E27FC236}">
                <a16:creationId xmlns:a16="http://schemas.microsoft.com/office/drawing/2014/main" id="{DBF30797-5F1D-42D8-88FF-708122316D1C}"/>
              </a:ext>
            </a:extLst>
          </p:cNvPr>
          <p:cNvSpPr/>
          <p:nvPr/>
        </p:nvSpPr>
        <p:spPr bwMode="gray">
          <a:xfrm rot="10800000">
            <a:off x="9141444" y="2528455"/>
            <a:ext cx="792088" cy="360040"/>
          </a:xfrm>
          <a:prstGeom prst="rightArrow">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t" anchorCtr="0"/>
          <a:lstStyle/>
          <a:p>
            <a:pPr marL="0" indent="0" algn="l">
              <a:spcBef>
                <a:spcPts val="500"/>
              </a:spcBef>
              <a:spcAft>
                <a:spcPts val="500"/>
              </a:spcAft>
              <a:buFont typeface="Wingdings" panose="05000000000000000000" pitchFamily="2" charset="2"/>
              <a:buNone/>
            </a:pPr>
            <a:endParaRPr lang="de-DE" sz="1600" err="1"/>
          </a:p>
        </p:txBody>
      </p:sp>
      <p:sp>
        <p:nvSpPr>
          <p:cNvPr id="24" name="Textfeld 23">
            <a:extLst>
              <a:ext uri="{FF2B5EF4-FFF2-40B4-BE49-F238E27FC236}">
                <a16:creationId xmlns:a16="http://schemas.microsoft.com/office/drawing/2014/main" id="{4EE9C6D6-41B5-4340-9E61-DA507E01F2A1}"/>
              </a:ext>
            </a:extLst>
          </p:cNvPr>
          <p:cNvSpPr txBox="1"/>
          <p:nvPr/>
        </p:nvSpPr>
        <p:spPr bwMode="gray">
          <a:xfrm>
            <a:off x="9264010" y="1700155"/>
            <a:ext cx="669522" cy="1569660"/>
          </a:xfrm>
          <a:prstGeom prst="rect">
            <a:avLst/>
          </a:prstGeom>
          <a:noFill/>
        </p:spPr>
        <p:txBody>
          <a:bodyPr wrap="square">
            <a:spAutoFit/>
          </a:bodyPr>
          <a:lstStyle/>
          <a:p>
            <a:r>
              <a:rPr lang="de-DE" sz="9600">
                <a:solidFill>
                  <a:srgbClr val="FF0000"/>
                </a:solidFill>
              </a:rPr>
              <a:t>?</a:t>
            </a:r>
          </a:p>
        </p:txBody>
      </p:sp>
      <p:sp>
        <p:nvSpPr>
          <p:cNvPr id="27" name="Textfeld 26">
            <a:extLst>
              <a:ext uri="{FF2B5EF4-FFF2-40B4-BE49-F238E27FC236}">
                <a16:creationId xmlns:a16="http://schemas.microsoft.com/office/drawing/2014/main" id="{8051DB19-CDB2-4462-9754-51A30903D192}"/>
              </a:ext>
            </a:extLst>
          </p:cNvPr>
          <p:cNvSpPr txBox="1"/>
          <p:nvPr/>
        </p:nvSpPr>
        <p:spPr bwMode="gray">
          <a:xfrm>
            <a:off x="7079209" y="2663401"/>
            <a:ext cx="1756831" cy="307777"/>
          </a:xfrm>
          <a:prstGeom prst="rect">
            <a:avLst/>
          </a:prstGeom>
          <a:noFill/>
        </p:spPr>
        <p:txBody>
          <a:bodyPr wrap="square">
            <a:spAutoFit/>
          </a:bodyPr>
          <a:lstStyle/>
          <a:p>
            <a:r>
              <a:rPr lang="de-DE" sz="1400">
                <a:solidFill>
                  <a:schemeClr val="bg1"/>
                </a:solidFill>
              </a:rPr>
              <a:t>Eisverkäufe steigen</a:t>
            </a:r>
          </a:p>
        </p:txBody>
      </p:sp>
      <p:sp>
        <p:nvSpPr>
          <p:cNvPr id="28" name="Textfeld 27">
            <a:extLst>
              <a:ext uri="{FF2B5EF4-FFF2-40B4-BE49-F238E27FC236}">
                <a16:creationId xmlns:a16="http://schemas.microsoft.com/office/drawing/2014/main" id="{6C3BF7D1-1468-468B-96BF-C339EF42950D}"/>
              </a:ext>
            </a:extLst>
          </p:cNvPr>
          <p:cNvSpPr txBox="1"/>
          <p:nvPr/>
        </p:nvSpPr>
        <p:spPr bwMode="gray">
          <a:xfrm>
            <a:off x="10135435" y="2694795"/>
            <a:ext cx="1756831" cy="307777"/>
          </a:xfrm>
          <a:prstGeom prst="rect">
            <a:avLst/>
          </a:prstGeom>
          <a:noFill/>
        </p:spPr>
        <p:txBody>
          <a:bodyPr wrap="square">
            <a:spAutoFit/>
          </a:bodyPr>
          <a:lstStyle/>
          <a:p>
            <a:r>
              <a:rPr lang="de-DE" sz="1400">
                <a:solidFill>
                  <a:schemeClr val="bg1"/>
                </a:solidFill>
              </a:rPr>
              <a:t>Mehr Haiangriffe</a:t>
            </a:r>
          </a:p>
        </p:txBody>
      </p:sp>
      <p:sp>
        <p:nvSpPr>
          <p:cNvPr id="29" name="Textfeld 28">
            <a:extLst>
              <a:ext uri="{FF2B5EF4-FFF2-40B4-BE49-F238E27FC236}">
                <a16:creationId xmlns:a16="http://schemas.microsoft.com/office/drawing/2014/main" id="{A9EE8D84-168A-4ACC-AB7B-89B5AD16F180}"/>
              </a:ext>
            </a:extLst>
          </p:cNvPr>
          <p:cNvSpPr txBox="1"/>
          <p:nvPr/>
        </p:nvSpPr>
        <p:spPr bwMode="gray">
          <a:xfrm>
            <a:off x="7242335" y="5151606"/>
            <a:ext cx="1261866" cy="307777"/>
          </a:xfrm>
          <a:prstGeom prst="rect">
            <a:avLst/>
          </a:prstGeom>
          <a:noFill/>
        </p:spPr>
        <p:txBody>
          <a:bodyPr wrap="square">
            <a:spAutoFit/>
          </a:bodyPr>
          <a:lstStyle/>
          <a:p>
            <a:r>
              <a:rPr lang="de-DE" sz="1400">
                <a:solidFill>
                  <a:schemeClr val="bg1"/>
                </a:solidFill>
              </a:rPr>
              <a:t>Gutes Wetter</a:t>
            </a:r>
          </a:p>
        </p:txBody>
      </p:sp>
      <p:sp>
        <p:nvSpPr>
          <p:cNvPr id="30" name="Textfeld 29">
            <a:extLst>
              <a:ext uri="{FF2B5EF4-FFF2-40B4-BE49-F238E27FC236}">
                <a16:creationId xmlns:a16="http://schemas.microsoft.com/office/drawing/2014/main" id="{74A54967-FB0D-4413-87E7-91A2960D44CA}"/>
              </a:ext>
            </a:extLst>
          </p:cNvPr>
          <p:cNvSpPr txBox="1"/>
          <p:nvPr/>
        </p:nvSpPr>
        <p:spPr bwMode="gray">
          <a:xfrm>
            <a:off x="10150051" y="5151606"/>
            <a:ext cx="2075647" cy="307777"/>
          </a:xfrm>
          <a:prstGeom prst="rect">
            <a:avLst/>
          </a:prstGeom>
          <a:noFill/>
        </p:spPr>
        <p:txBody>
          <a:bodyPr wrap="square">
            <a:spAutoFit/>
          </a:bodyPr>
          <a:lstStyle/>
          <a:p>
            <a:r>
              <a:rPr lang="de-DE" sz="1400">
                <a:solidFill>
                  <a:schemeClr val="bg1"/>
                </a:solidFill>
              </a:rPr>
              <a:t>Mehr Leute am Strand</a:t>
            </a:r>
          </a:p>
        </p:txBody>
      </p:sp>
      <p:pic>
        <p:nvPicPr>
          <p:cNvPr id="5" name="Grafik 4" descr="Eis am Stiel mit einfarbiger Füllung">
            <a:extLst>
              <a:ext uri="{FF2B5EF4-FFF2-40B4-BE49-F238E27FC236}">
                <a16:creationId xmlns:a16="http://schemas.microsoft.com/office/drawing/2014/main" id="{7069E534-2952-40A9-A206-3B9C22CB07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16068" y="1705377"/>
            <a:ext cx="914400" cy="914400"/>
          </a:xfrm>
          <a:prstGeom prst="rect">
            <a:avLst/>
          </a:prstGeom>
        </p:spPr>
      </p:pic>
      <p:pic>
        <p:nvPicPr>
          <p:cNvPr id="10" name="Grafik 9" descr="Fisch mit einfarbiger Füllung">
            <a:extLst>
              <a:ext uri="{FF2B5EF4-FFF2-40B4-BE49-F238E27FC236}">
                <a16:creationId xmlns:a16="http://schemas.microsoft.com/office/drawing/2014/main" id="{CEAD0810-CC28-4C2B-B25F-17B0B4B028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94505" y="1684220"/>
            <a:ext cx="914400" cy="914400"/>
          </a:xfrm>
          <a:prstGeom prst="rect">
            <a:avLst/>
          </a:prstGeom>
        </p:spPr>
      </p:pic>
      <p:pic>
        <p:nvPicPr>
          <p:cNvPr id="13" name="Grafik 12" descr="Sonnenaufgang mit einfarbiger Füllung">
            <a:extLst>
              <a:ext uri="{FF2B5EF4-FFF2-40B4-BE49-F238E27FC236}">
                <a16:creationId xmlns:a16="http://schemas.microsoft.com/office/drawing/2014/main" id="{97517D2F-A184-48D0-AC30-D3ED3288B0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18910" y="4063415"/>
            <a:ext cx="914400" cy="914400"/>
          </a:xfrm>
          <a:prstGeom prst="rect">
            <a:avLst/>
          </a:prstGeom>
        </p:spPr>
      </p:pic>
      <p:grpSp>
        <p:nvGrpSpPr>
          <p:cNvPr id="4" name="Gruppieren 3">
            <a:extLst>
              <a:ext uri="{FF2B5EF4-FFF2-40B4-BE49-F238E27FC236}">
                <a16:creationId xmlns:a16="http://schemas.microsoft.com/office/drawing/2014/main" id="{D81B4A13-58AA-4C1A-887F-0FD5E29894DA}"/>
              </a:ext>
            </a:extLst>
          </p:cNvPr>
          <p:cNvGrpSpPr/>
          <p:nvPr/>
        </p:nvGrpSpPr>
        <p:grpSpPr>
          <a:xfrm>
            <a:off x="10150051" y="4152507"/>
            <a:ext cx="2761061" cy="923544"/>
            <a:chOff x="10150051" y="4152507"/>
            <a:chExt cx="2761061" cy="923544"/>
          </a:xfrm>
        </p:grpSpPr>
        <p:pic>
          <p:nvPicPr>
            <p:cNvPr id="25" name="Grafik 24" descr="Surfen mit einfarbiger Füllung">
              <a:extLst>
                <a:ext uri="{FF2B5EF4-FFF2-40B4-BE49-F238E27FC236}">
                  <a16:creationId xmlns:a16="http://schemas.microsoft.com/office/drawing/2014/main" id="{48EF4A63-00DC-488F-9321-18E8EC0525A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996712" y="4161651"/>
              <a:ext cx="914400" cy="914400"/>
            </a:xfrm>
            <a:prstGeom prst="rect">
              <a:avLst/>
            </a:prstGeom>
          </p:spPr>
        </p:pic>
        <p:pic>
          <p:nvPicPr>
            <p:cNvPr id="31" name="Grafik 30" descr="Tropische Szenerie mit einfarbiger Füllung">
              <a:extLst>
                <a:ext uri="{FF2B5EF4-FFF2-40B4-BE49-F238E27FC236}">
                  <a16:creationId xmlns:a16="http://schemas.microsoft.com/office/drawing/2014/main" id="{EE068D1B-4743-4E55-A888-8BD22F290AD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50051" y="4152507"/>
              <a:ext cx="914400" cy="914400"/>
            </a:xfrm>
            <a:prstGeom prst="rect">
              <a:avLst/>
            </a:prstGeom>
          </p:spPr>
        </p:pic>
        <p:pic>
          <p:nvPicPr>
            <p:cNvPr id="33" name="Grafik 32" descr="Gruppenerfolg mit einfarbiger Füllung">
              <a:extLst>
                <a:ext uri="{FF2B5EF4-FFF2-40B4-BE49-F238E27FC236}">
                  <a16:creationId xmlns:a16="http://schemas.microsoft.com/office/drawing/2014/main" id="{5F828BAD-154D-49F1-9DC4-98DA177CF5A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1064451" y="4152507"/>
              <a:ext cx="914400" cy="914400"/>
            </a:xfrm>
            <a:prstGeom prst="rect">
              <a:avLst/>
            </a:prstGeom>
          </p:spPr>
        </p:pic>
      </p:grpSp>
      <p:sp>
        <p:nvSpPr>
          <p:cNvPr id="26" name="SmartArt-Platzhalter 6">
            <a:extLst>
              <a:ext uri="{FF2B5EF4-FFF2-40B4-BE49-F238E27FC236}">
                <a16:creationId xmlns:a16="http://schemas.microsoft.com/office/drawing/2014/main" id="{EACE4F30-0D2B-4B66-8065-A5CD403194CE}"/>
              </a:ext>
            </a:extLst>
          </p:cNvPr>
          <p:cNvSpPr>
            <a:spLocks noGrp="1"/>
          </p:cNvSpPr>
          <p:nvPr>
            <p:ph type="dgm" sz="quarter" idx="24"/>
          </p:nvPr>
        </p:nvSpPr>
        <p:spPr>
          <a:xfrm>
            <a:off x="12118975" y="412426"/>
            <a:ext cx="431800" cy="425789"/>
          </a:xfrm>
          <a:solidFill>
            <a:srgbClr val="F7F7F8"/>
          </a:solidFill>
          <a:ln>
            <a:noFill/>
          </a:ln>
        </p:spPr>
        <p:txBody>
          <a:bodyPr/>
          <a:lstStyle/>
          <a:p>
            <a:endParaRPr lang="de-DE"/>
          </a:p>
        </p:txBody>
      </p:sp>
      <p:sp>
        <p:nvSpPr>
          <p:cNvPr id="2" name="Footer Placeholder 3">
            <a:extLst>
              <a:ext uri="{FF2B5EF4-FFF2-40B4-BE49-F238E27FC236}">
                <a16:creationId xmlns:a16="http://schemas.microsoft.com/office/drawing/2014/main" id="{88ED381B-7E08-25F8-0349-9177CC0A30DC}"/>
              </a:ext>
            </a:extLst>
          </p:cNvPr>
          <p:cNvSpPr>
            <a:spLocks noGrp="1"/>
          </p:cNvSpPr>
          <p:nvPr>
            <p:ph type="ftr" sz="quarter" idx="11"/>
          </p:nvPr>
        </p:nvSpPr>
        <p:spPr>
          <a:xfrm>
            <a:off x="454026" y="7042150"/>
            <a:ext cx="4319588" cy="236219"/>
          </a:xfrm>
        </p:spPr>
        <p:txBody>
          <a:bodyPr/>
          <a:lstStyle/>
          <a:p>
            <a:endParaRPr lang="de-DE"/>
          </a:p>
        </p:txBody>
      </p:sp>
    </p:spTree>
    <p:extLst>
      <p:ext uri="{BB962C8B-B14F-4D97-AF65-F5344CB8AC3E}">
        <p14:creationId xmlns:p14="http://schemas.microsoft.com/office/powerpoint/2010/main" val="383534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7" grpId="0" animBg="1"/>
      <p:bldP spid="20" grpId="0" animBg="1"/>
      <p:bldP spid="21" grpId="0" animBg="1"/>
      <p:bldP spid="22" grpId="0" animBg="1"/>
      <p:bldP spid="23" grpId="0" animBg="1"/>
      <p:bldP spid="24" grpId="0"/>
      <p:bldP spid="27" grpId="0"/>
      <p:bldP spid="28" grpId="0"/>
      <p:bldP spid="29" grpId="0"/>
      <p:bldP spid="30" grpId="0"/>
    </p:bldLst>
  </p:timing>
  <p:extLst mod="1">
    <p:ext uri="{6950BFC3-D8DA-4A85-94F7-54DA5524770B}">
      <p188:commentRel xmlns:p188="http://schemas.microsoft.com/office/powerpoint/2018/8/main" xmlns="" r:id="rId16"/>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D5F2C-4014-1129-CDD0-5040AF0B9CC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9651C28-BF25-C50E-7628-EDDCA980E507}"/>
              </a:ext>
            </a:extLst>
          </p:cNvPr>
          <p:cNvSpPr>
            <a:spLocks noGrp="1"/>
          </p:cNvSpPr>
          <p:nvPr>
            <p:ph type="title"/>
          </p:nvPr>
        </p:nvSpPr>
        <p:spPr/>
        <p:txBody>
          <a:bodyPr/>
          <a:lstStyle/>
          <a:p>
            <a:r>
              <a:rPr lang="en-US"/>
              <a:t>Double/Debiased Machine Learning - Grundlagen</a:t>
            </a:r>
            <a:endParaRPr lang="de-DE"/>
          </a:p>
        </p:txBody>
      </p:sp>
      <p:sp>
        <p:nvSpPr>
          <p:cNvPr id="5" name="Foliennummernplatzhalter 4">
            <a:extLst>
              <a:ext uri="{FF2B5EF4-FFF2-40B4-BE49-F238E27FC236}">
                <a16:creationId xmlns:a16="http://schemas.microsoft.com/office/drawing/2014/main" id="{18AB55F2-8677-E0B5-FF69-6B1518E0E17B}"/>
              </a:ext>
            </a:extLst>
          </p:cNvPr>
          <p:cNvSpPr>
            <a:spLocks noGrp="1"/>
          </p:cNvSpPr>
          <p:nvPr>
            <p:ph type="sldNum" sz="quarter" idx="12"/>
          </p:nvPr>
        </p:nvSpPr>
        <p:spPr/>
        <p:txBody>
          <a:bodyPr/>
          <a:lstStyle/>
          <a:p>
            <a:fld id="{D612FFA8-16F3-4D16-935C-858579C7B661}" type="slidenum">
              <a:rPr lang="de-DE" smtClean="0"/>
              <a:pPr/>
              <a:t>21</a:t>
            </a:fld>
            <a:endParaRPr lang="de-DE"/>
          </a:p>
        </p:txBody>
      </p:sp>
      <p:sp>
        <p:nvSpPr>
          <p:cNvPr id="6" name="SmartArt-Platzhalter 5">
            <a:extLst>
              <a:ext uri="{FF2B5EF4-FFF2-40B4-BE49-F238E27FC236}">
                <a16:creationId xmlns:a16="http://schemas.microsoft.com/office/drawing/2014/main" id="{3AC7930E-FCA3-6D16-4216-BF9B993087DF}"/>
              </a:ext>
            </a:extLst>
          </p:cNvPr>
          <p:cNvSpPr>
            <a:spLocks noGrp="1"/>
          </p:cNvSpPr>
          <p:nvPr>
            <p:ph type="dgm" sz="quarter" idx="24"/>
          </p:nvPr>
        </p:nvSpPr>
        <p:spPr/>
        <p:txBody>
          <a:bodyPr/>
          <a:lstStyle/>
          <a:p>
            <a:endParaRPr lang="de-DE"/>
          </a:p>
        </p:txBody>
      </p:sp>
      <p:sp>
        <p:nvSpPr>
          <p:cNvPr id="7" name="Footer Placeholder 3">
            <a:extLst>
              <a:ext uri="{FF2B5EF4-FFF2-40B4-BE49-F238E27FC236}">
                <a16:creationId xmlns:a16="http://schemas.microsoft.com/office/drawing/2014/main" id="{04C772AF-230F-EE4B-ED4C-201502BD55B5}"/>
              </a:ext>
            </a:extLst>
          </p:cNvPr>
          <p:cNvSpPr>
            <a:spLocks noGrp="1"/>
          </p:cNvSpPr>
          <p:nvPr>
            <p:ph type="ftr" sz="quarter" idx="11"/>
          </p:nvPr>
        </p:nvSpPr>
        <p:spPr>
          <a:xfrm>
            <a:off x="454026" y="7042150"/>
            <a:ext cx="4319588" cy="236219"/>
          </a:xfrm>
        </p:spPr>
        <p:txBody>
          <a:bodyPr/>
          <a:lstStyle/>
          <a:p>
            <a:endParaRPr lang="de-DE"/>
          </a:p>
        </p:txBody>
      </p:sp>
      <p:pic>
        <p:nvPicPr>
          <p:cNvPr id="3" name="Grafik 2">
            <a:extLst>
              <a:ext uri="{FF2B5EF4-FFF2-40B4-BE49-F238E27FC236}">
                <a16:creationId xmlns:a16="http://schemas.microsoft.com/office/drawing/2014/main" id="{C096EA5F-8B01-834B-BC95-951C78F76B7A}"/>
              </a:ext>
            </a:extLst>
          </p:cNvPr>
          <p:cNvPicPr>
            <a:picLocks noChangeAspect="1"/>
          </p:cNvPicPr>
          <p:nvPr/>
        </p:nvPicPr>
        <p:blipFill>
          <a:blip r:embed="rId3"/>
          <a:stretch>
            <a:fillRect/>
          </a:stretch>
        </p:blipFill>
        <p:spPr>
          <a:xfrm>
            <a:off x="447876" y="993304"/>
            <a:ext cx="10158980" cy="5991412"/>
          </a:xfrm>
          <a:prstGeom prst="rect">
            <a:avLst/>
          </a:prstGeom>
        </p:spPr>
      </p:pic>
    </p:spTree>
    <p:extLst>
      <p:ext uri="{BB962C8B-B14F-4D97-AF65-F5344CB8AC3E}">
        <p14:creationId xmlns:p14="http://schemas.microsoft.com/office/powerpoint/2010/main" val="832554723"/>
      </p:ext>
    </p:extLst>
  </p:cSld>
  <p:clrMapOvr>
    <a:masterClrMapping/>
  </p:clrMapOvr>
  <p:extLst mod="1">
    <p:ext uri="{6950BFC3-D8DA-4A85-94F7-54DA5524770B}">
      <p188:commentRel xmlns="" xmlns:p188="http://schemas.microsoft.com/office/powerpoint/2018/8/main" r:id="rId4"/>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194182-0BFA-A748-AE2A-9A8CD4D6EB54}"/>
              </a:ext>
            </a:extLst>
          </p:cNvPr>
          <p:cNvSpPr>
            <a:spLocks noGrp="1"/>
          </p:cNvSpPr>
          <p:nvPr>
            <p:ph type="title"/>
          </p:nvPr>
        </p:nvSpPr>
        <p:spPr>
          <a:xfrm>
            <a:off x="1750191" y="3081536"/>
            <a:ext cx="8640000" cy="1425575"/>
          </a:xfrm>
        </p:spPr>
        <p:txBody>
          <a:bodyPr/>
          <a:lstStyle/>
          <a:p>
            <a:pPr algn="ctr"/>
            <a:r>
              <a:rPr lang="de-DE"/>
              <a:t>Transition von Explainable AI zu kausalen Interpretationen</a:t>
            </a:r>
          </a:p>
        </p:txBody>
      </p:sp>
      <p:sp>
        <p:nvSpPr>
          <p:cNvPr id="5" name="Foliennummernplatzhalter 4">
            <a:extLst>
              <a:ext uri="{FF2B5EF4-FFF2-40B4-BE49-F238E27FC236}">
                <a16:creationId xmlns:a16="http://schemas.microsoft.com/office/drawing/2014/main" id="{5763F4BE-8D75-E846-905C-CF4B261883D3}"/>
              </a:ext>
            </a:extLst>
          </p:cNvPr>
          <p:cNvSpPr>
            <a:spLocks noGrp="1"/>
          </p:cNvSpPr>
          <p:nvPr>
            <p:ph type="sldNum" sz="quarter" idx="12"/>
          </p:nvPr>
        </p:nvSpPr>
        <p:spPr/>
        <p:txBody>
          <a:bodyPr/>
          <a:lstStyle/>
          <a:p>
            <a:fld id="{D612FFA8-16F3-4D16-935C-858579C7B661}" type="slidenum">
              <a:rPr lang="de-DE" smtClean="0"/>
              <a:pPr/>
              <a:t>22</a:t>
            </a:fld>
            <a:endParaRPr lang="de-DE"/>
          </a:p>
        </p:txBody>
      </p:sp>
      <p:pic>
        <p:nvPicPr>
          <p:cNvPr id="7" name="Grafik 6">
            <a:extLst>
              <a:ext uri="{FF2B5EF4-FFF2-40B4-BE49-F238E27FC236}">
                <a16:creationId xmlns:a16="http://schemas.microsoft.com/office/drawing/2014/main" id="{D6ADE48E-D684-1B40-9174-F899B142C909}"/>
              </a:ext>
            </a:extLst>
          </p:cNvPr>
          <p:cNvPicPr>
            <a:picLocks noChangeAspect="1"/>
          </p:cNvPicPr>
          <p:nvPr/>
        </p:nvPicPr>
        <p:blipFill>
          <a:blip r:embed="rId3"/>
          <a:stretch>
            <a:fillRect/>
          </a:stretch>
        </p:blipFill>
        <p:spPr>
          <a:xfrm>
            <a:off x="8884867" y="415429"/>
            <a:ext cx="2153816" cy="2153816"/>
          </a:xfrm>
          <a:prstGeom prst="rect">
            <a:avLst/>
          </a:prstGeom>
        </p:spPr>
      </p:pic>
    </p:spTree>
    <p:extLst>
      <p:ext uri="{BB962C8B-B14F-4D97-AF65-F5344CB8AC3E}">
        <p14:creationId xmlns:p14="http://schemas.microsoft.com/office/powerpoint/2010/main" val="2627235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a:xfrm>
            <a:off x="454025" y="0"/>
            <a:ext cx="9583508" cy="1425575"/>
          </a:xfrm>
        </p:spPr>
        <p:txBody>
          <a:bodyPr/>
          <a:lstStyle/>
          <a:p>
            <a:r>
              <a:rPr lang="de-DE" err="1"/>
              <a:t>Explainable</a:t>
            </a:r>
            <a:r>
              <a:rPr lang="de-DE"/>
              <a:t> </a:t>
            </a:r>
            <a:r>
              <a:rPr lang="de-DE" err="1"/>
              <a:t>Artificial</a:t>
            </a:r>
            <a:r>
              <a:rPr lang="de-DE"/>
              <a:t> </a:t>
            </a:r>
            <a:r>
              <a:rPr lang="de-DE" err="1"/>
              <a:t>Intelligence + Double Machine Learning</a:t>
            </a:r>
            <a:endParaRPr lang="de-DE"/>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23</a:t>
            </a:fld>
            <a:endParaRPr lang="de-DE"/>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txBody>
          <a:bodyPr/>
          <a:lstStyle/>
          <a:p>
            <a:endParaRPr lang="de-DE"/>
          </a:p>
        </p:txBody>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a:p>
        </p:txBody>
      </p:sp>
      <p:sp>
        <p:nvSpPr>
          <p:cNvPr id="8" name="Footer Placeholder 3">
            <a:extLst>
              <a:ext uri="{FF2B5EF4-FFF2-40B4-BE49-F238E27FC236}">
                <a16:creationId xmlns:a16="http://schemas.microsoft.com/office/drawing/2014/main" id="{C1BD3A6C-FBC7-FC4E-C63C-40763FBFAC73}"/>
              </a:ext>
            </a:extLst>
          </p:cNvPr>
          <p:cNvSpPr>
            <a:spLocks noGrp="1"/>
          </p:cNvSpPr>
          <p:nvPr>
            <p:ph type="ftr" sz="quarter" idx="11"/>
          </p:nvPr>
        </p:nvSpPr>
        <p:spPr>
          <a:xfrm>
            <a:off x="454026" y="7042150"/>
            <a:ext cx="4319588" cy="236219"/>
          </a:xfrm>
        </p:spPr>
        <p:txBody>
          <a:bodyPr/>
          <a:lstStyle/>
          <a:p>
            <a:endParaRPr lang="de-DE"/>
          </a:p>
        </p:txBody>
      </p:sp>
      <p:sp>
        <p:nvSpPr>
          <p:cNvPr id="7" name="Textfeld 6">
            <a:extLst>
              <a:ext uri="{FF2B5EF4-FFF2-40B4-BE49-F238E27FC236}">
                <a16:creationId xmlns:a16="http://schemas.microsoft.com/office/drawing/2014/main" id="{DCFDF236-9069-124C-977F-3248BA5F0130}"/>
              </a:ext>
            </a:extLst>
          </p:cNvPr>
          <p:cNvSpPr txBox="1"/>
          <p:nvPr/>
        </p:nvSpPr>
        <p:spPr bwMode="gray">
          <a:xfrm rot="19550578">
            <a:off x="4273522" y="2560402"/>
            <a:ext cx="5688632" cy="2016224"/>
          </a:xfrm>
          <a:prstGeom prst="rect">
            <a:avLst/>
          </a:prstGeom>
          <a:noFill/>
        </p:spPr>
        <p:txBody>
          <a:bodyPr wrap="square" lIns="0" tIns="0" rIns="0" bIns="0" rtlCol="0">
            <a:noAutofit/>
          </a:bodyPr>
          <a:lstStyle/>
          <a:p>
            <a:pPr marL="0" indent="0" algn="l">
              <a:spcBef>
                <a:spcPts val="500"/>
              </a:spcBef>
              <a:spcAft>
                <a:spcPts val="500"/>
              </a:spcAft>
              <a:buClr>
                <a:schemeClr val="bg2"/>
              </a:buClr>
              <a:buFont typeface="Wingdings" panose="05000000000000000000" pitchFamily="2" charset="2"/>
              <a:buNone/>
            </a:pPr>
            <a:r>
              <a:rPr lang="de-DE" sz="8800" dirty="0">
                <a:solidFill>
                  <a:schemeClr val="bg2">
                    <a:lumMod val="75000"/>
                  </a:schemeClr>
                </a:solidFill>
              </a:rPr>
              <a:t>DEMO</a:t>
            </a:r>
          </a:p>
        </p:txBody>
      </p:sp>
    </p:spTree>
    <p:extLst>
      <p:ext uri="{BB962C8B-B14F-4D97-AF65-F5344CB8AC3E}">
        <p14:creationId xmlns:p14="http://schemas.microsoft.com/office/powerpoint/2010/main" val="3344653069"/>
      </p:ext>
    </p:extLst>
  </p:cSld>
  <p:clrMapOvr>
    <a:masterClrMapping/>
  </p:clrMapOvr>
  <p:extLst mod="1">
    <p:ext uri="{6950BFC3-D8DA-4A85-94F7-54DA5524770B}">
      <p188:commentRel xmlns="" xmlns:p188="http://schemas.microsoft.com/office/powerpoint/2018/8/main" r:id="rId4"/>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90E72F-E72A-A552-7497-050FF205C6B3}"/>
              </a:ext>
            </a:extLst>
          </p:cNvPr>
          <p:cNvSpPr>
            <a:spLocks noGrp="1"/>
          </p:cNvSpPr>
          <p:nvPr>
            <p:ph type="title"/>
          </p:nvPr>
        </p:nvSpPr>
        <p:spPr/>
        <p:txBody>
          <a:bodyPr/>
          <a:lstStyle/>
          <a:p>
            <a:r>
              <a:rPr lang="de-DE"/>
              <a:t>Use Case: Serviceaufkommen@DATEV</a:t>
            </a:r>
          </a:p>
        </p:txBody>
      </p:sp>
      <p:sp>
        <p:nvSpPr>
          <p:cNvPr id="3" name="Datumsplatzhalter 2">
            <a:extLst>
              <a:ext uri="{FF2B5EF4-FFF2-40B4-BE49-F238E27FC236}">
                <a16:creationId xmlns:a16="http://schemas.microsoft.com/office/drawing/2014/main" id="{B9F2C7F6-8C39-A737-D5AE-608FE9303F2A}"/>
              </a:ext>
            </a:extLst>
          </p:cNvPr>
          <p:cNvSpPr>
            <a:spLocks noGrp="1"/>
          </p:cNvSpPr>
          <p:nvPr>
            <p:ph type="dt" sz="half" idx="10"/>
          </p:nvPr>
        </p:nvSpPr>
        <p:spPr/>
        <p:txBody>
          <a:bodyPr/>
          <a:lstStyle/>
          <a:p>
            <a:fld id="{25B81373-9237-458A-892D-917C74B8ECB6}" type="datetime1">
              <a:rPr lang="de-DE" smtClean="0"/>
              <a:t>03.12.25</a:t>
            </a:fld>
            <a:endParaRPr lang="de-DE"/>
          </a:p>
        </p:txBody>
      </p:sp>
      <p:sp>
        <p:nvSpPr>
          <p:cNvPr id="4" name="Fußzeilenplatzhalter 3">
            <a:extLst>
              <a:ext uri="{FF2B5EF4-FFF2-40B4-BE49-F238E27FC236}">
                <a16:creationId xmlns:a16="http://schemas.microsoft.com/office/drawing/2014/main" id="{1B83E65A-ADEA-CF6A-0C41-7F73BE1F4489}"/>
              </a:ext>
            </a:extLst>
          </p:cNvPr>
          <p:cNvSpPr>
            <a:spLocks noGrp="1"/>
          </p:cNvSpPr>
          <p:nvPr>
            <p:ph type="ftr" sz="quarter" idx="11"/>
          </p:nvPr>
        </p:nvSpPr>
        <p:spPr/>
        <p:txBody>
          <a:bodyPr/>
          <a:lstStyle/>
          <a:p>
            <a:r>
              <a:rPr lang="de-DE"/>
              <a:t>DATEV eG</a:t>
            </a:r>
          </a:p>
        </p:txBody>
      </p:sp>
      <p:sp>
        <p:nvSpPr>
          <p:cNvPr id="7" name="Foliennummernplatzhalter 6">
            <a:extLst>
              <a:ext uri="{FF2B5EF4-FFF2-40B4-BE49-F238E27FC236}">
                <a16:creationId xmlns:a16="http://schemas.microsoft.com/office/drawing/2014/main" id="{CBE9076B-00C7-19D5-119B-7ECD33A47750}"/>
              </a:ext>
            </a:extLst>
          </p:cNvPr>
          <p:cNvSpPr>
            <a:spLocks noGrp="1"/>
          </p:cNvSpPr>
          <p:nvPr>
            <p:ph type="sldNum" sz="quarter" idx="12"/>
          </p:nvPr>
        </p:nvSpPr>
        <p:spPr/>
        <p:txBody>
          <a:bodyPr/>
          <a:lstStyle/>
          <a:p>
            <a:fld id="{D612FFA8-16F3-4D16-935C-858579C7B661}" type="slidenum">
              <a:rPr lang="de-DE" smtClean="0"/>
              <a:pPr/>
              <a:t>24</a:t>
            </a:fld>
            <a:endParaRPr lang="de-DE"/>
          </a:p>
        </p:txBody>
      </p:sp>
      <p:sp>
        <p:nvSpPr>
          <p:cNvPr id="8" name="SmartArt-Platzhalter 7">
            <a:extLst>
              <a:ext uri="{FF2B5EF4-FFF2-40B4-BE49-F238E27FC236}">
                <a16:creationId xmlns:a16="http://schemas.microsoft.com/office/drawing/2014/main" id="{CF340251-729A-9CF1-33AC-E38CD08724ED}"/>
              </a:ext>
            </a:extLst>
          </p:cNvPr>
          <p:cNvSpPr>
            <a:spLocks noGrp="1"/>
          </p:cNvSpPr>
          <p:nvPr>
            <p:ph type="dgm" sz="quarter" idx="24"/>
          </p:nvPr>
        </p:nvSpPr>
        <p:spPr/>
        <p:txBody>
          <a:bodyPr/>
          <a:lstStyle/>
          <a:p>
            <a:endParaRPr lang="de-DE"/>
          </a:p>
        </p:txBody>
      </p:sp>
      <p:pic>
        <p:nvPicPr>
          <p:cNvPr id="10" name="Grafik 9">
            <a:extLst>
              <a:ext uri="{FF2B5EF4-FFF2-40B4-BE49-F238E27FC236}">
                <a16:creationId xmlns:a16="http://schemas.microsoft.com/office/drawing/2014/main" id="{2429A97E-89A2-FCFC-DBF6-60A323D52B90}"/>
              </a:ext>
            </a:extLst>
          </p:cNvPr>
          <p:cNvPicPr>
            <a:picLocks noChangeAspect="1"/>
          </p:cNvPicPr>
          <p:nvPr/>
        </p:nvPicPr>
        <p:blipFill>
          <a:blip r:embed="rId2"/>
          <a:srcRect/>
          <a:stretch/>
        </p:blipFill>
        <p:spPr>
          <a:xfrm>
            <a:off x="454024" y="2553754"/>
            <a:ext cx="4471059" cy="4200632"/>
          </a:xfrm>
          <a:prstGeom prst="rect">
            <a:avLst/>
          </a:prstGeom>
          <a:ln w="12700">
            <a:solidFill>
              <a:schemeClr val="bg2"/>
            </a:solidFill>
          </a:ln>
        </p:spPr>
      </p:pic>
      <p:sp>
        <p:nvSpPr>
          <p:cNvPr id="11" name="Textplatzhalter 4">
            <a:extLst>
              <a:ext uri="{FF2B5EF4-FFF2-40B4-BE49-F238E27FC236}">
                <a16:creationId xmlns:a16="http://schemas.microsoft.com/office/drawing/2014/main" id="{55290706-B402-B0BF-9599-03C3B9B4EBA0}"/>
              </a:ext>
            </a:extLst>
          </p:cNvPr>
          <p:cNvSpPr>
            <a:spLocks noGrp="1"/>
          </p:cNvSpPr>
          <p:nvPr>
            <p:ph type="body" sz="quarter" idx="13"/>
          </p:nvPr>
        </p:nvSpPr>
        <p:spPr>
          <a:xfrm>
            <a:off x="454024" y="835050"/>
            <a:ext cx="10801350" cy="1022350"/>
          </a:xfrm>
        </p:spPr>
        <p:txBody>
          <a:bodyPr/>
          <a:lstStyle/>
          <a:p>
            <a:r>
              <a:rPr lang="de-DE" sz="1800"/>
              <a:t>Herausforderung: Das </a:t>
            </a:r>
            <a:r>
              <a:rPr lang="de-DE" sz="1800" b="1"/>
              <a:t>Kundenserviceaufkommen</a:t>
            </a:r>
            <a:r>
              <a:rPr lang="de-DE" sz="1800"/>
              <a:t> wird während </a:t>
            </a:r>
            <a:r>
              <a:rPr lang="de-DE" sz="1800" b="1"/>
              <a:t>Produktumstellungen</a:t>
            </a:r>
            <a:r>
              <a:rPr lang="de-DE" sz="1800"/>
              <a:t> </a:t>
            </a:r>
            <a:r>
              <a:rPr lang="de-DE" sz="1800" b="1"/>
              <a:t>ansteigen</a:t>
            </a:r>
            <a:r>
              <a:rPr lang="de-DE" sz="1800"/>
              <a:t>.</a:t>
            </a:r>
          </a:p>
          <a:p>
            <a:r>
              <a:rPr lang="de-DE" sz="1800"/>
              <a:t>Frage: Welche </a:t>
            </a:r>
            <a:r>
              <a:rPr lang="de-DE" sz="1800" b="1"/>
              <a:t>Faktoren</a:t>
            </a:r>
            <a:r>
              <a:rPr lang="de-DE" sz="1800"/>
              <a:t> </a:t>
            </a:r>
            <a:r>
              <a:rPr lang="de-DE" sz="1800" b="1"/>
              <a:t>beeinflussen</a:t>
            </a:r>
            <a:r>
              <a:rPr lang="de-DE" sz="1800"/>
              <a:t> das </a:t>
            </a:r>
            <a:r>
              <a:rPr lang="de-DE" sz="1800" b="1"/>
              <a:t>Serviceaufkommen</a:t>
            </a:r>
            <a:r>
              <a:rPr lang="de-DE" sz="1800"/>
              <a:t> unserer </a:t>
            </a:r>
            <a:r>
              <a:rPr lang="de-DE" sz="1800" err="1"/>
              <a:t>Kund:innen</a:t>
            </a:r>
            <a:r>
              <a:rPr lang="de-DE" sz="1800"/>
              <a:t> und wie können wir dieses beeinflussen? </a:t>
            </a:r>
          </a:p>
          <a:p>
            <a:r>
              <a:rPr lang="de-DE" sz="1800"/>
              <a:t>Herangehensweise: 1) Identifikation eines gerichteten, azyklischen, kausalen Graphen 2) Anwendung von xAI und Causal AI</a:t>
            </a:r>
          </a:p>
          <a:p>
            <a:endParaRPr lang="de-DE" sz="1800"/>
          </a:p>
        </p:txBody>
      </p:sp>
      <p:pic>
        <p:nvPicPr>
          <p:cNvPr id="6" name="Grafik 5">
            <a:extLst>
              <a:ext uri="{FF2B5EF4-FFF2-40B4-BE49-F238E27FC236}">
                <a16:creationId xmlns:a16="http://schemas.microsoft.com/office/drawing/2014/main" id="{EEA47DD8-D310-DBC1-B40D-AC37CE214A49}"/>
              </a:ext>
            </a:extLst>
          </p:cNvPr>
          <p:cNvPicPr>
            <a:picLocks noChangeAspect="1"/>
          </p:cNvPicPr>
          <p:nvPr/>
        </p:nvPicPr>
        <p:blipFill>
          <a:blip r:embed="rId3"/>
          <a:stretch>
            <a:fillRect/>
          </a:stretch>
        </p:blipFill>
        <p:spPr>
          <a:xfrm>
            <a:off x="5401733" y="2553754"/>
            <a:ext cx="7047673" cy="4200632"/>
          </a:xfrm>
          <a:prstGeom prst="rect">
            <a:avLst/>
          </a:prstGeom>
          <a:ln>
            <a:solidFill>
              <a:schemeClr val="bg2"/>
            </a:solidFill>
          </a:ln>
        </p:spPr>
      </p:pic>
    </p:spTree>
    <p:extLst>
      <p:ext uri="{BB962C8B-B14F-4D97-AF65-F5344CB8AC3E}">
        <p14:creationId xmlns:p14="http://schemas.microsoft.com/office/powerpoint/2010/main" val="1404510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0C5A11-5413-BB7C-AC55-7427F49FF3B9}"/>
              </a:ext>
            </a:extLst>
          </p:cNvPr>
          <p:cNvSpPr>
            <a:spLocks noGrp="1"/>
          </p:cNvSpPr>
          <p:nvPr>
            <p:ph type="title"/>
          </p:nvPr>
        </p:nvSpPr>
        <p:spPr>
          <a:xfrm>
            <a:off x="454025" y="0"/>
            <a:ext cx="9314064" cy="1425575"/>
          </a:xfrm>
        </p:spPr>
        <p:txBody>
          <a:bodyPr/>
          <a:lstStyle/>
          <a:p>
            <a:r>
              <a:rPr lang="de-DE"/>
              <a:t>Use Case  Serviceaufkommen@DATEV: Prozess zur Identifikation von Kausaleffekten mittels Machine Learning</a:t>
            </a:r>
          </a:p>
        </p:txBody>
      </p:sp>
      <p:sp>
        <p:nvSpPr>
          <p:cNvPr id="3" name="Datumsplatzhalter 2">
            <a:extLst>
              <a:ext uri="{FF2B5EF4-FFF2-40B4-BE49-F238E27FC236}">
                <a16:creationId xmlns:a16="http://schemas.microsoft.com/office/drawing/2014/main" id="{1AB0F4DA-31F3-CD5F-15E6-36719891DE59}"/>
              </a:ext>
            </a:extLst>
          </p:cNvPr>
          <p:cNvSpPr>
            <a:spLocks noGrp="1"/>
          </p:cNvSpPr>
          <p:nvPr>
            <p:ph type="dt" sz="half" idx="10"/>
          </p:nvPr>
        </p:nvSpPr>
        <p:spPr/>
        <p:txBody>
          <a:bodyPr/>
          <a:lstStyle/>
          <a:p>
            <a:endParaRPr lang="de-DE"/>
          </a:p>
        </p:txBody>
      </p:sp>
      <p:sp>
        <p:nvSpPr>
          <p:cNvPr id="4" name="Fußzeilenplatzhalter 3">
            <a:extLst>
              <a:ext uri="{FF2B5EF4-FFF2-40B4-BE49-F238E27FC236}">
                <a16:creationId xmlns:a16="http://schemas.microsoft.com/office/drawing/2014/main" id="{18A80CC5-F000-1DEF-BACC-B4440671FDDB}"/>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D612070-C4E9-D91C-55F7-16A226F5DA2F}"/>
              </a:ext>
            </a:extLst>
          </p:cNvPr>
          <p:cNvSpPr>
            <a:spLocks noGrp="1"/>
          </p:cNvSpPr>
          <p:nvPr>
            <p:ph type="sldNum" sz="quarter" idx="12"/>
          </p:nvPr>
        </p:nvSpPr>
        <p:spPr/>
        <p:txBody>
          <a:bodyPr/>
          <a:lstStyle/>
          <a:p>
            <a:fld id="{D612FFA8-16F3-4D16-935C-858579C7B661}" type="slidenum">
              <a:rPr lang="de-DE" smtClean="0"/>
              <a:pPr/>
              <a:t>25</a:t>
            </a:fld>
            <a:endParaRPr lang="de-DE"/>
          </a:p>
        </p:txBody>
      </p:sp>
      <p:sp>
        <p:nvSpPr>
          <p:cNvPr id="7" name="SmartArt-Platzhalter 6">
            <a:extLst>
              <a:ext uri="{FF2B5EF4-FFF2-40B4-BE49-F238E27FC236}">
                <a16:creationId xmlns:a16="http://schemas.microsoft.com/office/drawing/2014/main" id="{E17683AE-45B1-9B16-33FF-3FD3B08C3F23}"/>
              </a:ext>
            </a:extLst>
          </p:cNvPr>
          <p:cNvSpPr>
            <a:spLocks noGrp="1"/>
          </p:cNvSpPr>
          <p:nvPr>
            <p:ph type="dgm" sz="quarter" idx="24"/>
          </p:nvPr>
        </p:nvSpPr>
        <p:spPr/>
        <p:txBody>
          <a:bodyPr/>
          <a:lstStyle/>
          <a:p>
            <a:endParaRPr lang="de-DE"/>
          </a:p>
        </p:txBody>
      </p:sp>
      <p:cxnSp>
        <p:nvCxnSpPr>
          <p:cNvPr id="10" name="Gerade Verbindung mit Pfeil 9">
            <a:extLst>
              <a:ext uri="{FF2B5EF4-FFF2-40B4-BE49-F238E27FC236}">
                <a16:creationId xmlns:a16="http://schemas.microsoft.com/office/drawing/2014/main" id="{C4FBF422-903D-3A26-F9EF-5673DB76EF3A}"/>
              </a:ext>
            </a:extLst>
          </p:cNvPr>
          <p:cNvCxnSpPr>
            <a:cxnSpLocks/>
          </p:cNvCxnSpPr>
          <p:nvPr/>
        </p:nvCxnSpPr>
        <p:spPr bwMode="gray">
          <a:xfrm>
            <a:off x="3996025" y="3228280"/>
            <a:ext cx="1319389"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6471E431-94E7-A319-2B77-9B1D0E8D4EFB}"/>
              </a:ext>
            </a:extLst>
          </p:cNvPr>
          <p:cNvSpPr txBox="1"/>
          <p:nvPr/>
        </p:nvSpPr>
        <p:spPr bwMode="gray">
          <a:xfrm>
            <a:off x="5380635" y="2771583"/>
            <a:ext cx="2754179" cy="1425575"/>
          </a:xfrm>
          <a:prstGeom prst="rect">
            <a:avLst/>
          </a:prstGeom>
          <a:noFill/>
        </p:spPr>
        <p:txBody>
          <a:bodyPr wrap="square" lIns="0" tIns="0" rIns="0" bIns="0" rtlCol="0">
            <a:noAutofit/>
          </a:bodyPr>
          <a:lstStyle/>
          <a:p>
            <a:pPr marL="0" indent="0" algn="ctr">
              <a:spcBef>
                <a:spcPts val="500"/>
              </a:spcBef>
              <a:spcAft>
                <a:spcPts val="500"/>
              </a:spcAft>
              <a:buClr>
                <a:schemeClr val="bg2"/>
              </a:buClr>
              <a:buFont typeface="Wingdings" panose="05000000000000000000" pitchFamily="2" charset="2"/>
              <a:buNone/>
            </a:pPr>
            <a:r>
              <a:rPr lang="de-DE" sz="1600" b="1" dirty="0" err="1"/>
              <a:t>Causal</a:t>
            </a:r>
            <a:r>
              <a:rPr lang="de-DE" sz="1600" b="1" dirty="0"/>
              <a:t> </a:t>
            </a:r>
            <a:r>
              <a:rPr lang="de-DE" sz="1600" b="1" dirty="0" err="1"/>
              <a:t>Inference</a:t>
            </a:r>
            <a:r>
              <a:rPr lang="de-DE" sz="1600" b="1" dirty="0"/>
              <a:t> via </a:t>
            </a:r>
            <a:r>
              <a:rPr lang="de-DE" sz="1600" b="1" dirty="0" err="1"/>
              <a:t>Machine</a:t>
            </a:r>
            <a:r>
              <a:rPr lang="de-DE" sz="1600" b="1" dirty="0"/>
              <a:t> Learning</a:t>
            </a:r>
          </a:p>
          <a:p>
            <a:pPr marL="0" indent="0" algn="ctr">
              <a:spcBef>
                <a:spcPts val="500"/>
              </a:spcBef>
              <a:spcAft>
                <a:spcPts val="500"/>
              </a:spcAft>
              <a:buClr>
                <a:schemeClr val="bg2"/>
              </a:buClr>
              <a:buFont typeface="Wingdings" panose="05000000000000000000" pitchFamily="2" charset="2"/>
              <a:buNone/>
            </a:pPr>
            <a:r>
              <a:rPr lang="de-DE" sz="1600" dirty="0"/>
              <a:t>(am Beispiel von Double ML)</a:t>
            </a:r>
          </a:p>
        </p:txBody>
      </p:sp>
      <p:sp>
        <p:nvSpPr>
          <p:cNvPr id="17" name="Textfeld 16">
            <a:extLst>
              <a:ext uri="{FF2B5EF4-FFF2-40B4-BE49-F238E27FC236}">
                <a16:creationId xmlns:a16="http://schemas.microsoft.com/office/drawing/2014/main" id="{07CE097C-B82F-606B-C261-A6A5E430C2AA}"/>
              </a:ext>
            </a:extLst>
          </p:cNvPr>
          <p:cNvSpPr txBox="1"/>
          <p:nvPr/>
        </p:nvSpPr>
        <p:spPr bwMode="gray">
          <a:xfrm>
            <a:off x="9926615" y="2493602"/>
            <a:ext cx="2540449" cy="1425575"/>
          </a:xfrm>
          <a:prstGeom prst="rect">
            <a:avLst/>
          </a:prstGeom>
          <a:noFill/>
        </p:spPr>
        <p:txBody>
          <a:bodyPr wrap="square" lIns="0" tIns="0" rIns="0" bIns="0" rtlCol="0">
            <a:noAutofit/>
          </a:bodyPr>
          <a:lstStyle/>
          <a:p>
            <a:pPr marL="0" indent="0" algn="ctr">
              <a:spcBef>
                <a:spcPts val="500"/>
              </a:spcBef>
              <a:spcAft>
                <a:spcPts val="500"/>
              </a:spcAft>
              <a:buClr>
                <a:schemeClr val="bg2"/>
              </a:buClr>
              <a:buFont typeface="Wingdings" panose="05000000000000000000" pitchFamily="2" charset="2"/>
              <a:buNone/>
            </a:pPr>
            <a:r>
              <a:rPr lang="de-DE" sz="1600" b="1"/>
              <a:t>Kausaleffekte </a:t>
            </a:r>
            <a:r>
              <a:rPr lang="de-DE" sz="1600" b="1" err="1"/>
              <a:t>intervenierbarer</a:t>
            </a:r>
            <a:r>
              <a:rPr lang="de-DE" sz="1600" b="1"/>
              <a:t> </a:t>
            </a:r>
            <a:r>
              <a:rPr lang="de-DE" sz="1600" b="1" err="1"/>
              <a:t>features</a:t>
            </a:r>
            <a:r>
              <a:rPr lang="de-DE" sz="1600" b="1"/>
              <a:t> identifizieren</a:t>
            </a:r>
          </a:p>
        </p:txBody>
      </p:sp>
      <p:cxnSp>
        <p:nvCxnSpPr>
          <p:cNvPr id="23" name="Gerade Verbindung mit Pfeil 22">
            <a:extLst>
              <a:ext uri="{FF2B5EF4-FFF2-40B4-BE49-F238E27FC236}">
                <a16:creationId xmlns:a16="http://schemas.microsoft.com/office/drawing/2014/main" id="{338E7D2E-80A9-398D-4F83-ADB01871E928}"/>
              </a:ext>
            </a:extLst>
          </p:cNvPr>
          <p:cNvCxnSpPr>
            <a:cxnSpLocks/>
          </p:cNvCxnSpPr>
          <p:nvPr/>
        </p:nvCxnSpPr>
        <p:spPr bwMode="gray">
          <a:xfrm>
            <a:off x="8371020" y="3238502"/>
            <a:ext cx="1319389"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pic>
        <p:nvPicPr>
          <p:cNvPr id="2054" name="Picture 6" descr="Kugelstoßpendel - verblüffendes Resultat - YouTube">
            <a:extLst>
              <a:ext uri="{FF2B5EF4-FFF2-40B4-BE49-F238E27FC236}">
                <a16:creationId xmlns:a16="http://schemas.microsoft.com/office/drawing/2014/main" id="{37F08B40-D536-744F-023B-D8CF6EFB3A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8089" y="3603263"/>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24" name="Textfeld 23">
            <a:extLst>
              <a:ext uri="{FF2B5EF4-FFF2-40B4-BE49-F238E27FC236}">
                <a16:creationId xmlns:a16="http://schemas.microsoft.com/office/drawing/2014/main" id="{1391523E-B92F-1465-F654-506C71D4706C}"/>
              </a:ext>
            </a:extLst>
          </p:cNvPr>
          <p:cNvSpPr txBox="1"/>
          <p:nvPr/>
        </p:nvSpPr>
        <p:spPr bwMode="gray">
          <a:xfrm>
            <a:off x="11280549" y="5507194"/>
            <a:ext cx="2540449" cy="1425575"/>
          </a:xfrm>
          <a:prstGeom prst="rect">
            <a:avLst/>
          </a:prstGeom>
          <a:noFill/>
        </p:spPr>
        <p:txBody>
          <a:bodyPr wrap="square" lIns="0" tIns="0" rIns="0" bIns="0" rtlCol="0">
            <a:noAutofit/>
          </a:bodyPr>
          <a:lstStyle/>
          <a:p>
            <a:pPr marL="0" indent="0" algn="ctr">
              <a:spcBef>
                <a:spcPts val="500"/>
              </a:spcBef>
              <a:spcAft>
                <a:spcPts val="500"/>
              </a:spcAft>
              <a:buClr>
                <a:schemeClr val="bg2"/>
              </a:buClr>
              <a:buFont typeface="Wingdings" panose="05000000000000000000" pitchFamily="2" charset="2"/>
              <a:buNone/>
            </a:pPr>
            <a:r>
              <a:rPr lang="de-DE" sz="1600" err="1">
                <a:solidFill>
                  <a:schemeClr val="bg2"/>
                </a:solidFill>
              </a:rPr>
              <a:t>Cause</a:t>
            </a:r>
            <a:endParaRPr lang="de-DE" sz="1600">
              <a:solidFill>
                <a:schemeClr val="bg2"/>
              </a:solidFill>
            </a:endParaRPr>
          </a:p>
        </p:txBody>
      </p:sp>
      <p:sp>
        <p:nvSpPr>
          <p:cNvPr id="25" name="Textfeld 24">
            <a:extLst>
              <a:ext uri="{FF2B5EF4-FFF2-40B4-BE49-F238E27FC236}">
                <a16:creationId xmlns:a16="http://schemas.microsoft.com/office/drawing/2014/main" id="{2FEFA7B8-4E15-2B0D-AD3B-23FD333A701A}"/>
              </a:ext>
            </a:extLst>
          </p:cNvPr>
          <p:cNvSpPr txBox="1"/>
          <p:nvPr/>
        </p:nvSpPr>
        <p:spPr bwMode="gray">
          <a:xfrm>
            <a:off x="8497864" y="5507193"/>
            <a:ext cx="2540449" cy="1425575"/>
          </a:xfrm>
          <a:prstGeom prst="rect">
            <a:avLst/>
          </a:prstGeom>
          <a:noFill/>
        </p:spPr>
        <p:txBody>
          <a:bodyPr wrap="square" lIns="0" tIns="0" rIns="0" bIns="0" rtlCol="0">
            <a:noAutofit/>
          </a:bodyPr>
          <a:lstStyle/>
          <a:p>
            <a:pPr marL="0" indent="0" algn="ctr">
              <a:spcBef>
                <a:spcPts val="500"/>
              </a:spcBef>
              <a:spcAft>
                <a:spcPts val="500"/>
              </a:spcAft>
              <a:buClr>
                <a:schemeClr val="bg2"/>
              </a:buClr>
              <a:buFont typeface="Wingdings" panose="05000000000000000000" pitchFamily="2" charset="2"/>
              <a:buNone/>
            </a:pPr>
            <a:r>
              <a:rPr lang="de-DE" sz="1600" err="1">
                <a:solidFill>
                  <a:schemeClr val="bg2"/>
                </a:solidFill>
              </a:rPr>
              <a:t>Effect</a:t>
            </a:r>
            <a:endParaRPr lang="de-DE" sz="1600">
              <a:solidFill>
                <a:schemeClr val="bg2"/>
              </a:solidFill>
            </a:endParaRPr>
          </a:p>
        </p:txBody>
      </p:sp>
      <p:cxnSp>
        <p:nvCxnSpPr>
          <p:cNvPr id="26" name="Gerade Verbindung mit Pfeil 25">
            <a:extLst>
              <a:ext uri="{FF2B5EF4-FFF2-40B4-BE49-F238E27FC236}">
                <a16:creationId xmlns:a16="http://schemas.microsoft.com/office/drawing/2014/main" id="{BA9A51A0-775A-8903-E917-17E896C38417}"/>
              </a:ext>
            </a:extLst>
          </p:cNvPr>
          <p:cNvCxnSpPr>
            <a:cxnSpLocks/>
          </p:cNvCxnSpPr>
          <p:nvPr/>
        </p:nvCxnSpPr>
        <p:spPr bwMode="gray">
          <a:xfrm flipH="1">
            <a:off x="10390191" y="5613621"/>
            <a:ext cx="1376820"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nvGrpSpPr>
          <p:cNvPr id="2048" name="Gruppieren 2047">
            <a:extLst>
              <a:ext uri="{FF2B5EF4-FFF2-40B4-BE49-F238E27FC236}">
                <a16:creationId xmlns:a16="http://schemas.microsoft.com/office/drawing/2014/main" id="{C2E9639F-B2CE-4CE6-EF2F-4A70D7259CD0}"/>
              </a:ext>
            </a:extLst>
          </p:cNvPr>
          <p:cNvGrpSpPr/>
          <p:nvPr/>
        </p:nvGrpSpPr>
        <p:grpSpPr>
          <a:xfrm>
            <a:off x="754394" y="1914706"/>
            <a:ext cx="3463665" cy="2647592"/>
            <a:chOff x="754394" y="1914706"/>
            <a:chExt cx="3463665" cy="2647592"/>
          </a:xfrm>
        </p:grpSpPr>
        <p:pic>
          <p:nvPicPr>
            <p:cNvPr id="8" name="Grafik 7" descr="Ein Bild, das Text, Kreis, Zeichnung, Entwurf enthält.">
              <a:extLst>
                <a:ext uri="{FF2B5EF4-FFF2-40B4-BE49-F238E27FC236}">
                  <a16:creationId xmlns:a16="http://schemas.microsoft.com/office/drawing/2014/main" id="{05ECEF56-9F9C-C149-56C3-44A1D0B1852A}"/>
                </a:ext>
              </a:extLst>
            </p:cNvPr>
            <p:cNvPicPr>
              <a:picLocks noChangeAspect="1"/>
            </p:cNvPicPr>
            <p:nvPr/>
          </p:nvPicPr>
          <p:blipFill>
            <a:blip r:embed="rId3"/>
            <a:stretch>
              <a:fillRect/>
            </a:stretch>
          </p:blipFill>
          <p:spPr>
            <a:xfrm>
              <a:off x="754394" y="1914706"/>
              <a:ext cx="3070646" cy="2647592"/>
            </a:xfrm>
            <a:prstGeom prst="rect">
              <a:avLst/>
            </a:prstGeom>
            <a:ln w="12700">
              <a:solidFill>
                <a:schemeClr val="bg2"/>
              </a:solidFill>
            </a:ln>
          </p:spPr>
        </p:pic>
        <p:cxnSp>
          <p:nvCxnSpPr>
            <p:cNvPr id="5" name="Gerade Verbindung mit Pfeil 4">
              <a:extLst>
                <a:ext uri="{FF2B5EF4-FFF2-40B4-BE49-F238E27FC236}">
                  <a16:creationId xmlns:a16="http://schemas.microsoft.com/office/drawing/2014/main" id="{6FCE2849-DBC2-5545-DA9D-D2FDA1C04EB7}"/>
                </a:ext>
              </a:extLst>
            </p:cNvPr>
            <p:cNvCxnSpPr>
              <a:cxnSpLocks/>
            </p:cNvCxnSpPr>
            <p:nvPr/>
          </p:nvCxnSpPr>
          <p:spPr bwMode="gray">
            <a:xfrm>
              <a:off x="1799064" y="2631690"/>
              <a:ext cx="390121" cy="27978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Gerade Verbindung mit Pfeil 13">
              <a:extLst>
                <a:ext uri="{FF2B5EF4-FFF2-40B4-BE49-F238E27FC236}">
                  <a16:creationId xmlns:a16="http://schemas.microsoft.com/office/drawing/2014/main" id="{951DE7E3-3886-87D6-1AEA-DCCA8F5D5730}"/>
                </a:ext>
              </a:extLst>
            </p:cNvPr>
            <p:cNvCxnSpPr>
              <a:cxnSpLocks/>
            </p:cNvCxnSpPr>
            <p:nvPr/>
          </p:nvCxnSpPr>
          <p:spPr bwMode="gray">
            <a:xfrm flipH="1">
              <a:off x="2735766" y="2631690"/>
              <a:ext cx="542693" cy="41631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719B7104-3211-5E6F-E148-F99B97994051}"/>
                </a:ext>
              </a:extLst>
            </p:cNvPr>
            <p:cNvSpPr txBox="1"/>
            <p:nvPr/>
          </p:nvSpPr>
          <p:spPr bwMode="gray">
            <a:xfrm>
              <a:off x="2338859" y="3328612"/>
              <a:ext cx="1879200" cy="777600"/>
            </a:xfrm>
            <a:prstGeom prst="rect">
              <a:avLst/>
            </a:prstGeom>
            <a:noFill/>
          </p:spPr>
          <p:txBody>
            <a:bodyPr wrap="square" lIns="0" tIns="0" rIns="0" bIns="0" rtlCol="0">
              <a:noAutofit/>
            </a:bodyPr>
            <a:lstStyle/>
            <a:p>
              <a:pPr marL="0" indent="0" algn="l">
                <a:spcBef>
                  <a:spcPts val="500"/>
                </a:spcBef>
                <a:spcAft>
                  <a:spcPts val="500"/>
                </a:spcAft>
                <a:buClr>
                  <a:schemeClr val="bg2"/>
                </a:buClr>
                <a:buFont typeface="Wingdings" panose="05000000000000000000" pitchFamily="2" charset="2"/>
                <a:buNone/>
              </a:pPr>
              <a:r>
                <a:rPr lang="de-DE" sz="1600"/>
                <a:t>…</a:t>
              </a:r>
            </a:p>
          </p:txBody>
        </p:sp>
      </p:grpSp>
      <p:grpSp>
        <p:nvGrpSpPr>
          <p:cNvPr id="2053" name="Gruppieren 2052">
            <a:extLst>
              <a:ext uri="{FF2B5EF4-FFF2-40B4-BE49-F238E27FC236}">
                <a16:creationId xmlns:a16="http://schemas.microsoft.com/office/drawing/2014/main" id="{7EFC1D14-4FEB-BC21-FCFF-94CA86F77821}"/>
              </a:ext>
            </a:extLst>
          </p:cNvPr>
          <p:cNvGrpSpPr/>
          <p:nvPr/>
        </p:nvGrpSpPr>
        <p:grpSpPr>
          <a:xfrm>
            <a:off x="4928489" y="3812810"/>
            <a:ext cx="3658470" cy="2291282"/>
            <a:chOff x="4053527" y="4197158"/>
            <a:chExt cx="4378557" cy="2656422"/>
          </a:xfrm>
        </p:grpSpPr>
        <p:pic>
          <p:nvPicPr>
            <p:cNvPr id="2051" name="Grafik 2050">
              <a:extLst>
                <a:ext uri="{FF2B5EF4-FFF2-40B4-BE49-F238E27FC236}">
                  <a16:creationId xmlns:a16="http://schemas.microsoft.com/office/drawing/2014/main" id="{B9890CFE-FF02-9BF3-4498-9B09518575EE}"/>
                </a:ext>
              </a:extLst>
            </p:cNvPr>
            <p:cNvPicPr>
              <a:picLocks noChangeAspect="1"/>
            </p:cNvPicPr>
            <p:nvPr/>
          </p:nvPicPr>
          <p:blipFill>
            <a:blip r:embed="rId4"/>
            <a:stretch>
              <a:fillRect/>
            </a:stretch>
          </p:blipFill>
          <p:spPr>
            <a:xfrm>
              <a:off x="4053527" y="4197158"/>
              <a:ext cx="4135522" cy="2519275"/>
            </a:xfrm>
            <a:prstGeom prst="rect">
              <a:avLst/>
            </a:prstGeom>
          </p:spPr>
        </p:pic>
        <p:pic>
          <p:nvPicPr>
            <p:cNvPr id="2050" name="Picture 2" descr="Project Jupyter – Wikipedia">
              <a:extLst>
                <a:ext uri="{FF2B5EF4-FFF2-40B4-BE49-F238E27FC236}">
                  <a16:creationId xmlns:a16="http://schemas.microsoft.com/office/drawing/2014/main" id="{4831862D-E742-820D-C1CD-EBECB530A5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17368" y="6140794"/>
              <a:ext cx="614716" cy="712786"/>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extfeld 8">
            <a:extLst>
              <a:ext uri="{FF2B5EF4-FFF2-40B4-BE49-F238E27FC236}">
                <a16:creationId xmlns:a16="http://schemas.microsoft.com/office/drawing/2014/main" id="{56DCFBBC-E66D-7C48-86A0-99B178B9EDED}"/>
              </a:ext>
            </a:extLst>
          </p:cNvPr>
          <p:cNvSpPr txBox="1"/>
          <p:nvPr/>
        </p:nvSpPr>
        <p:spPr bwMode="gray">
          <a:xfrm>
            <a:off x="143691" y="-26126"/>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Tree>
    <p:extLst>
      <p:ext uri="{BB962C8B-B14F-4D97-AF65-F5344CB8AC3E}">
        <p14:creationId xmlns:p14="http://schemas.microsoft.com/office/powerpoint/2010/main" val="213041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4"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194182-0BFA-A748-AE2A-9A8CD4D6EB54}"/>
              </a:ext>
            </a:extLst>
          </p:cNvPr>
          <p:cNvSpPr>
            <a:spLocks noGrp="1"/>
          </p:cNvSpPr>
          <p:nvPr>
            <p:ph type="title"/>
          </p:nvPr>
        </p:nvSpPr>
        <p:spPr>
          <a:xfrm>
            <a:off x="1750191" y="3081536"/>
            <a:ext cx="8640000" cy="1425575"/>
          </a:xfrm>
        </p:spPr>
        <p:txBody>
          <a:bodyPr/>
          <a:lstStyle/>
          <a:p>
            <a:pPr algn="ctr"/>
            <a:r>
              <a:rPr lang="de-DE"/>
              <a:t>Fazit</a:t>
            </a:r>
          </a:p>
        </p:txBody>
      </p:sp>
      <p:sp>
        <p:nvSpPr>
          <p:cNvPr id="5" name="Foliennummernplatzhalter 4">
            <a:extLst>
              <a:ext uri="{FF2B5EF4-FFF2-40B4-BE49-F238E27FC236}">
                <a16:creationId xmlns:a16="http://schemas.microsoft.com/office/drawing/2014/main" id="{5763F4BE-8D75-E846-905C-CF4B261883D3}"/>
              </a:ext>
            </a:extLst>
          </p:cNvPr>
          <p:cNvSpPr>
            <a:spLocks noGrp="1"/>
          </p:cNvSpPr>
          <p:nvPr>
            <p:ph type="sldNum" sz="quarter" idx="12"/>
          </p:nvPr>
        </p:nvSpPr>
        <p:spPr/>
        <p:txBody>
          <a:bodyPr/>
          <a:lstStyle/>
          <a:p>
            <a:fld id="{D612FFA8-16F3-4D16-935C-858579C7B661}" type="slidenum">
              <a:rPr lang="de-DE" smtClean="0"/>
              <a:pPr/>
              <a:t>26</a:t>
            </a:fld>
            <a:endParaRPr lang="de-DE"/>
          </a:p>
        </p:txBody>
      </p:sp>
      <p:pic>
        <p:nvPicPr>
          <p:cNvPr id="7" name="Grafik 6">
            <a:extLst>
              <a:ext uri="{FF2B5EF4-FFF2-40B4-BE49-F238E27FC236}">
                <a16:creationId xmlns:a16="http://schemas.microsoft.com/office/drawing/2014/main" id="{D6ADE48E-D684-1B40-9174-F899B142C909}"/>
              </a:ext>
            </a:extLst>
          </p:cNvPr>
          <p:cNvPicPr>
            <a:picLocks noChangeAspect="1"/>
          </p:cNvPicPr>
          <p:nvPr/>
        </p:nvPicPr>
        <p:blipFill>
          <a:blip r:embed="rId3"/>
          <a:stretch>
            <a:fillRect/>
          </a:stretch>
        </p:blipFill>
        <p:spPr>
          <a:xfrm>
            <a:off x="8884867" y="415429"/>
            <a:ext cx="2153816" cy="2153816"/>
          </a:xfrm>
          <a:prstGeom prst="rect">
            <a:avLst/>
          </a:prstGeom>
        </p:spPr>
      </p:pic>
    </p:spTree>
    <p:extLst>
      <p:ext uri="{BB962C8B-B14F-4D97-AF65-F5344CB8AC3E}">
        <p14:creationId xmlns:p14="http://schemas.microsoft.com/office/powerpoint/2010/main" val="3187210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feld 65">
            <a:extLst>
              <a:ext uri="{FF2B5EF4-FFF2-40B4-BE49-F238E27FC236}">
                <a16:creationId xmlns:a16="http://schemas.microsoft.com/office/drawing/2014/main" id="{59C53ECC-3303-BB43-BBA8-486D0C2ECE9B}"/>
              </a:ext>
            </a:extLst>
          </p:cNvPr>
          <p:cNvSpPr txBox="1"/>
          <p:nvPr/>
        </p:nvSpPr>
        <p:spPr bwMode="gray">
          <a:xfrm>
            <a:off x="454024" y="793578"/>
            <a:ext cx="11016928" cy="2792014"/>
          </a:xfrm>
          <a:prstGeom prst="rect">
            <a:avLst/>
          </a:prstGeom>
          <a:noFill/>
        </p:spPr>
        <p:txBody>
          <a:bodyPr wrap="square" lIns="0" tIns="0" rIns="0" bIns="0" rtlCol="0">
            <a:noAutofit/>
          </a:bodyPr>
          <a:lstStyle/>
          <a:p>
            <a:pPr algn="ctr">
              <a:spcBef>
                <a:spcPts val="500"/>
              </a:spcBef>
              <a:spcAft>
                <a:spcPts val="500"/>
              </a:spcAft>
              <a:buClr>
                <a:schemeClr val="bg2"/>
              </a:buClr>
            </a:pPr>
            <a:endParaRPr lang="de-DE" sz="2000" b="1"/>
          </a:p>
          <a:p>
            <a:pPr marL="342900" indent="-342900">
              <a:buFont typeface="Arial" panose="020B0604020202020204" pitchFamily="34" charset="0"/>
              <a:buChar char="•"/>
            </a:pPr>
            <a:r>
              <a:rPr lang="de-DE" sz="2000" b="1"/>
              <a:t>Erklärbarkeit ist essenziell:</a:t>
            </a:r>
            <a:r>
              <a:rPr lang="de-DE" sz="2000"/>
              <a:t> Verständliche KI-Modelle erhöhen Vertrauen, Nachvollziehbarkeit und Akzeptanz von KI-Systemen in kritischen Anwendungen.</a:t>
            </a:r>
          </a:p>
          <a:p>
            <a:endParaRPr lang="de-DE" sz="2000"/>
          </a:p>
          <a:p>
            <a:pPr marL="342900" indent="-342900">
              <a:buFont typeface="Arial" panose="020B0604020202020204" pitchFamily="34" charset="0"/>
              <a:buChar char="•"/>
            </a:pPr>
            <a:r>
              <a:rPr lang="de-DE" sz="2000" b="1"/>
              <a:t>Limitationen von Explainable AI (XAI):</a:t>
            </a:r>
            <a:r>
              <a:rPr lang="de-DE" sz="2000"/>
              <a:t> Viele aktuelle Methoden beschränken sich auf Korrelationen und liefern nur beschreibende, keine kausalen Einsichten.                                                                   			   </a:t>
            </a:r>
            <a:r>
              <a:rPr lang="de-DE" sz="2000">
                <a:sym typeface="Wingdings" pitchFamily="2" charset="2"/>
              </a:rPr>
              <a:t></a:t>
            </a:r>
            <a:r>
              <a:rPr lang="de-DE" sz="2000" b="1"/>
              <a:t>Achtung:</a:t>
            </a:r>
            <a:r>
              <a:rPr lang="de-DE" sz="2000"/>
              <a:t> Selbst sog. „Counterfactual Explainers“ aus XAI liefern nur Counterfactuals bezogen auf 	        	   das Modellverhalten/die Modellentscheidung; sie identifizieren damit keine realen Ursache-  		     	   Wirkungs-Beziehungen.</a:t>
            </a:r>
          </a:p>
          <a:p>
            <a:endParaRPr lang="de-DE" sz="2000"/>
          </a:p>
          <a:p>
            <a:pPr marL="342900" indent="-342900">
              <a:buFont typeface="Arial" panose="020B0604020202020204" pitchFamily="34" charset="0"/>
              <a:buChar char="•"/>
            </a:pPr>
            <a:r>
              <a:rPr lang="de-DE" sz="2000" b="1"/>
              <a:t>Kausale Interpretationen bieten Mehrwert:</a:t>
            </a:r>
            <a:r>
              <a:rPr lang="de-DE" sz="2000"/>
              <a:t> Durch den Fokus auf Ursache-Wirkungs-Beziehungen ermöglichen kausale Ansätze tiefere Einblicke und robustere Entscheidungen, insbesondere in dynamischen oder veränderten Umgebungen.</a:t>
            </a:r>
          </a:p>
          <a:p>
            <a:endParaRPr lang="de-DE" sz="2000"/>
          </a:p>
          <a:p>
            <a:pPr marL="342900" indent="-342900">
              <a:buFont typeface="Arial" panose="020B0604020202020204" pitchFamily="34" charset="0"/>
              <a:buChar char="•"/>
            </a:pPr>
            <a:r>
              <a:rPr lang="de-DE" sz="2000" b="1"/>
              <a:t>Zukunftsperspektive:</a:t>
            </a:r>
            <a:r>
              <a:rPr lang="de-DE" sz="2000"/>
              <a:t> Die Kombination von erklärbarer KI mit kausalen Modellen ist ein vielversprechender Weg, um sowohl Transparenz als auch Handlungsfähigkeit von KI-Systemen zu verbessern.</a:t>
            </a:r>
          </a:p>
          <a:p>
            <a:endParaRPr lang="de-DE" sz="2000"/>
          </a:p>
          <a:p>
            <a:pPr marL="342900" indent="-342900">
              <a:buFont typeface="Arial" panose="020B0604020202020204" pitchFamily="34" charset="0"/>
              <a:buChar char="•"/>
            </a:pPr>
            <a:r>
              <a:rPr lang="de-DE" sz="2000" b="1"/>
              <a:t>Interdisziplinarität ist Schlüssel:</a:t>
            </a:r>
            <a:r>
              <a:rPr lang="de-DE" sz="2000"/>
              <a:t> Die Integration von Methoden aus Statistik, Kausalitätstheorie und maschinellem Lernen eröffnet neue Möglichkeiten für vertrauenswürdige und verantwortungsvolle KI.			</a:t>
            </a:r>
          </a:p>
          <a:p>
            <a:pPr marL="0" indent="0" algn="l">
              <a:spcBef>
                <a:spcPts val="500"/>
              </a:spcBef>
              <a:spcAft>
                <a:spcPts val="500"/>
              </a:spcAft>
              <a:buClr>
                <a:schemeClr val="bg2"/>
              </a:buClr>
              <a:buFont typeface="Wingdings" panose="05000000000000000000" pitchFamily="2" charset="2"/>
              <a:buNone/>
            </a:pPr>
            <a:endParaRPr lang="de-DE" sz="2000" dirty="0"/>
          </a:p>
        </p:txBody>
      </p:sp>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de-DE"/>
              <a:t>From XAI to Causal Interpretations...</a:t>
            </a:r>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27</a:t>
            </a:fld>
            <a:endParaRPr lang="de-DE" dirty="0"/>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38" name="Textfeld 37">
            <a:extLst>
              <a:ext uri="{FF2B5EF4-FFF2-40B4-BE49-F238E27FC236}">
                <a16:creationId xmlns:a16="http://schemas.microsoft.com/office/drawing/2014/main" id="{9B86CBC4-6875-E24B-BE54-C884E77630AC}"/>
              </a:ext>
            </a:extLst>
          </p:cNvPr>
          <p:cNvSpPr txBox="1"/>
          <p:nvPr/>
        </p:nvSpPr>
        <p:spPr bwMode="gray">
          <a:xfrm>
            <a:off x="3498504" y="7043049"/>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dirty="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Tree>
    <p:extLst>
      <p:ext uri="{BB962C8B-B14F-4D97-AF65-F5344CB8AC3E}">
        <p14:creationId xmlns:p14="http://schemas.microsoft.com/office/powerpoint/2010/main" val="62096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5E4E2B8E-6E27-BD44-9680-8414701AD4B5}"/>
              </a:ext>
            </a:extLst>
          </p:cNvPr>
          <p:cNvSpPr>
            <a:spLocks noGrp="1"/>
          </p:cNvSpPr>
          <p:nvPr>
            <p:ph type="dt" sz="half" idx="10"/>
          </p:nvPr>
        </p:nvSpPr>
        <p:spPr/>
        <p:txBody>
          <a:bodyPr/>
          <a:lstStyle/>
          <a:p>
            <a:endParaRPr lang="de-DE"/>
          </a:p>
        </p:txBody>
      </p:sp>
      <p:sp>
        <p:nvSpPr>
          <p:cNvPr id="4" name="Textplatzhalter 3">
            <a:extLst>
              <a:ext uri="{FF2B5EF4-FFF2-40B4-BE49-F238E27FC236}">
                <a16:creationId xmlns:a16="http://schemas.microsoft.com/office/drawing/2014/main" id="{5208A52B-1277-6243-AE20-7EB0015E5011}"/>
              </a:ext>
            </a:extLst>
          </p:cNvPr>
          <p:cNvSpPr>
            <a:spLocks noGrp="1"/>
          </p:cNvSpPr>
          <p:nvPr>
            <p:ph type="body" sz="quarter" idx="13"/>
          </p:nvPr>
        </p:nvSpPr>
        <p:spPr>
          <a:xfrm>
            <a:off x="885825" y="1784945"/>
            <a:ext cx="10801350" cy="4752975"/>
          </a:xfrm>
        </p:spPr>
        <p:txBody>
          <a:bodyPr/>
          <a:lstStyle/>
          <a:p>
            <a:pPr marL="0" indent="0">
              <a:lnSpc>
                <a:spcPct val="150000"/>
              </a:lnSpc>
              <a:buNone/>
            </a:pPr>
            <a:r>
              <a:rPr lang="de-DE" sz="3200" b="0" i="1"/>
              <a:t>"The computer is incredibly fast, accurate, and stupid.               Man is incredibly slow, inaccurate, and brilliant.                           The marriage of the two is a force beyond calculation." </a:t>
            </a:r>
          </a:p>
          <a:p>
            <a:pPr marL="0" indent="0">
              <a:buNone/>
            </a:pPr>
            <a:endParaRPr lang="de-DE"/>
          </a:p>
          <a:p>
            <a:pPr marL="0" indent="0">
              <a:buNone/>
            </a:pPr>
            <a:r>
              <a:rPr lang="de-DE" sz="2400" b="0"/>
              <a:t>				– Presumably by Leo M. Cherne (1912–1999)</a:t>
            </a:r>
          </a:p>
          <a:p>
            <a:pPr marL="0" indent="0">
              <a:buNone/>
            </a:pPr>
            <a:r>
              <a:rPr lang="de-DE" sz="2400" b="0"/>
              <a:t>				– Often misattributed to Albert Einstein</a:t>
            </a:r>
          </a:p>
          <a:p>
            <a:pPr marL="0" indent="0">
              <a:buNone/>
            </a:pPr>
            <a:endParaRPr lang="de-DE" sz="2800" b="0"/>
          </a:p>
        </p:txBody>
      </p:sp>
      <p:sp>
        <p:nvSpPr>
          <p:cNvPr id="5" name="Foliennummernplatzhalter 4">
            <a:extLst>
              <a:ext uri="{FF2B5EF4-FFF2-40B4-BE49-F238E27FC236}">
                <a16:creationId xmlns:a16="http://schemas.microsoft.com/office/drawing/2014/main" id="{099FE53D-5065-794F-B2E7-14485A0F963A}"/>
              </a:ext>
            </a:extLst>
          </p:cNvPr>
          <p:cNvSpPr>
            <a:spLocks noGrp="1"/>
          </p:cNvSpPr>
          <p:nvPr>
            <p:ph type="sldNum" sz="quarter" idx="12"/>
          </p:nvPr>
        </p:nvSpPr>
        <p:spPr/>
        <p:txBody>
          <a:bodyPr/>
          <a:lstStyle/>
          <a:p>
            <a:fld id="{D612FFA8-16F3-4D16-935C-858579C7B661}" type="slidenum">
              <a:rPr lang="de-DE" smtClean="0"/>
              <a:pPr/>
              <a:t>28</a:t>
            </a:fld>
            <a:endParaRPr lang="de-DE" dirty="0"/>
          </a:p>
        </p:txBody>
      </p:sp>
      <p:sp>
        <p:nvSpPr>
          <p:cNvPr id="6" name="SmartArt-Platzhalter 5">
            <a:extLst>
              <a:ext uri="{FF2B5EF4-FFF2-40B4-BE49-F238E27FC236}">
                <a16:creationId xmlns:a16="http://schemas.microsoft.com/office/drawing/2014/main" id="{52209960-8372-254F-992C-D10F74B3B591}"/>
              </a:ext>
            </a:extLst>
          </p:cNvPr>
          <p:cNvSpPr>
            <a:spLocks noGrp="1"/>
          </p:cNvSpPr>
          <p:nvPr>
            <p:ph type="dgm" sz="quarter" idx="24"/>
          </p:nvPr>
        </p:nvSpPr>
        <p:spPr/>
      </p:sp>
    </p:spTree>
    <p:extLst>
      <p:ext uri="{BB962C8B-B14F-4D97-AF65-F5344CB8AC3E}">
        <p14:creationId xmlns:p14="http://schemas.microsoft.com/office/powerpoint/2010/main" val="3258094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feld 65">
            <a:extLst>
              <a:ext uri="{FF2B5EF4-FFF2-40B4-BE49-F238E27FC236}">
                <a16:creationId xmlns:a16="http://schemas.microsoft.com/office/drawing/2014/main" id="{59C53ECC-3303-BB43-BBA8-486D0C2ECE9B}"/>
              </a:ext>
            </a:extLst>
          </p:cNvPr>
          <p:cNvSpPr txBox="1"/>
          <p:nvPr/>
        </p:nvSpPr>
        <p:spPr bwMode="gray">
          <a:xfrm>
            <a:off x="454024" y="849288"/>
            <a:ext cx="11664951" cy="6192514"/>
          </a:xfrm>
          <a:prstGeom prst="rect">
            <a:avLst/>
          </a:prstGeom>
          <a:noFill/>
        </p:spPr>
        <p:txBody>
          <a:bodyPr wrap="square" lIns="0" tIns="0" rIns="0" bIns="0" rtlCol="0">
            <a:noAutofit/>
          </a:bodyPr>
          <a:lstStyle/>
          <a:p>
            <a:pPr algn="ctr">
              <a:spcBef>
                <a:spcPts val="500"/>
              </a:spcBef>
              <a:spcAft>
                <a:spcPts val="500"/>
              </a:spcAft>
              <a:buClr>
                <a:schemeClr val="bg2"/>
              </a:buClr>
            </a:pPr>
            <a:endParaRPr lang="de-DE" sz="2000" b="1"/>
          </a:p>
          <a:p>
            <a:pPr algn="ctr">
              <a:spcBef>
                <a:spcPts val="500"/>
              </a:spcBef>
              <a:spcAft>
                <a:spcPts val="500"/>
              </a:spcAft>
              <a:buClr>
                <a:schemeClr val="bg2"/>
              </a:buClr>
            </a:pPr>
            <a:endParaRPr lang="de-DE" sz="2000" b="1"/>
          </a:p>
          <a:p>
            <a:pPr algn="ctr">
              <a:spcBef>
                <a:spcPts val="500"/>
              </a:spcBef>
              <a:spcAft>
                <a:spcPts val="500"/>
              </a:spcAft>
              <a:buClr>
                <a:schemeClr val="bg2"/>
              </a:buClr>
            </a:pPr>
            <a:endParaRPr lang="de-DE" sz="2000" b="1"/>
          </a:p>
          <a:p>
            <a:pPr algn="ctr">
              <a:spcBef>
                <a:spcPts val="500"/>
              </a:spcBef>
              <a:spcAft>
                <a:spcPts val="500"/>
              </a:spcAft>
              <a:buClr>
                <a:schemeClr val="bg2"/>
              </a:buClr>
            </a:pPr>
            <a:endParaRPr lang="de-DE" sz="2000" b="1"/>
          </a:p>
          <a:p>
            <a:pPr algn="ctr">
              <a:spcBef>
                <a:spcPts val="500"/>
              </a:spcBef>
              <a:spcAft>
                <a:spcPts val="500"/>
              </a:spcAft>
              <a:buClr>
                <a:schemeClr val="bg2"/>
              </a:buClr>
            </a:pPr>
            <a:endParaRPr lang="de-DE" sz="2000" b="1"/>
          </a:p>
          <a:p>
            <a:pPr marL="457200" indent="-457200" algn="ctr">
              <a:spcBef>
                <a:spcPts val="500"/>
              </a:spcBef>
              <a:spcAft>
                <a:spcPts val="500"/>
              </a:spcAft>
              <a:buClr>
                <a:schemeClr val="bg2"/>
              </a:buClr>
              <a:buFont typeface="Wingdings" pitchFamily="2" charset="2"/>
              <a:buChar char="à"/>
            </a:pPr>
            <a:r>
              <a:rPr lang="de-DE" sz="3200" b="1">
                <a:sym typeface="Wingdings" pitchFamily="2" charset="2"/>
              </a:rPr>
              <a:t>Understand your domain</a:t>
            </a:r>
          </a:p>
          <a:p>
            <a:pPr marL="457200" indent="-457200" algn="ctr">
              <a:spcBef>
                <a:spcPts val="500"/>
              </a:spcBef>
              <a:spcAft>
                <a:spcPts val="500"/>
              </a:spcAft>
              <a:buClr>
                <a:schemeClr val="bg2"/>
              </a:buClr>
              <a:buFont typeface="Wingdings" pitchFamily="2" charset="2"/>
              <a:buChar char="à"/>
            </a:pPr>
            <a:r>
              <a:rPr lang="de-DE" sz="3200" b="1">
                <a:sym typeface="Wingdings" pitchFamily="2" charset="2"/>
              </a:rPr>
              <a:t>Choose your ML models/architectures wisely</a:t>
            </a:r>
          </a:p>
          <a:p>
            <a:pPr marL="457200" indent="-457200" algn="ctr">
              <a:spcBef>
                <a:spcPts val="500"/>
              </a:spcBef>
              <a:spcAft>
                <a:spcPts val="500"/>
              </a:spcAft>
              <a:buClr>
                <a:schemeClr val="bg2"/>
              </a:buClr>
              <a:buFont typeface="Wingdings" pitchFamily="2" charset="2"/>
              <a:buChar char="à"/>
            </a:pPr>
            <a:endParaRPr lang="de-DE" sz="3200" b="1">
              <a:sym typeface="Wingdings" pitchFamily="2" charset="2"/>
            </a:endParaRPr>
          </a:p>
          <a:p>
            <a:pPr marL="457200" indent="-457200" algn="ctr">
              <a:spcBef>
                <a:spcPts val="500"/>
              </a:spcBef>
              <a:spcAft>
                <a:spcPts val="500"/>
              </a:spcAft>
              <a:buClr>
                <a:schemeClr val="bg2"/>
              </a:buClr>
              <a:buFont typeface="Wingdings" pitchFamily="2" charset="2"/>
              <a:buChar char="à"/>
            </a:pPr>
            <a:r>
              <a:rPr lang="de-DE" sz="3200" b="1">
                <a:sym typeface="Wingdings" pitchFamily="2" charset="2"/>
              </a:rPr>
              <a:t>Thanks for your attention</a:t>
            </a:r>
            <a:endParaRPr lang="de-DE" sz="3200" b="1"/>
          </a:p>
        </p:txBody>
      </p:sp>
      <p:sp>
        <p:nvSpPr>
          <p:cNvPr id="2" name="Titel 1">
            <a:extLst>
              <a:ext uri="{FF2B5EF4-FFF2-40B4-BE49-F238E27FC236}">
                <a16:creationId xmlns:a16="http://schemas.microsoft.com/office/drawing/2014/main" id="{57725C6E-4C32-2444-B5E4-FA214A8ED1F1}"/>
              </a:ext>
            </a:extLst>
          </p:cNvPr>
          <p:cNvSpPr>
            <a:spLocks noGrp="1"/>
          </p:cNvSpPr>
          <p:nvPr>
            <p:ph type="title"/>
          </p:nvPr>
        </p:nvSpPr>
        <p:spPr/>
        <p:txBody>
          <a:bodyPr/>
          <a:lstStyle/>
          <a:p>
            <a:r>
              <a:rPr lang="de-DE"/>
              <a:t>Recommendations</a:t>
            </a:r>
          </a:p>
        </p:txBody>
      </p:sp>
      <p:sp>
        <p:nvSpPr>
          <p:cNvPr id="5" name="Foliennummernplatzhalter 4">
            <a:extLst>
              <a:ext uri="{FF2B5EF4-FFF2-40B4-BE49-F238E27FC236}">
                <a16:creationId xmlns:a16="http://schemas.microsoft.com/office/drawing/2014/main" id="{33AB5226-4F58-CF4E-B869-FF1714AD6910}"/>
              </a:ext>
            </a:extLst>
          </p:cNvPr>
          <p:cNvSpPr>
            <a:spLocks noGrp="1"/>
          </p:cNvSpPr>
          <p:nvPr>
            <p:ph type="sldNum" sz="quarter" idx="12"/>
          </p:nvPr>
        </p:nvSpPr>
        <p:spPr>
          <a:xfrm>
            <a:off x="11687175" y="7042150"/>
            <a:ext cx="863600" cy="236219"/>
          </a:xfrm>
        </p:spPr>
        <p:txBody>
          <a:bodyPr/>
          <a:lstStyle/>
          <a:p>
            <a:fld id="{D612FFA8-16F3-4D16-935C-858579C7B661}" type="slidenum">
              <a:rPr lang="de-DE" smtClean="0"/>
              <a:pPr/>
              <a:t>29</a:t>
            </a:fld>
            <a:endParaRPr lang="de-DE" dirty="0"/>
          </a:p>
        </p:txBody>
      </p:sp>
      <p:sp>
        <p:nvSpPr>
          <p:cNvPr id="6" name="SmartArt-Platzhalter 5">
            <a:extLst>
              <a:ext uri="{FF2B5EF4-FFF2-40B4-BE49-F238E27FC236}">
                <a16:creationId xmlns:a16="http://schemas.microsoft.com/office/drawing/2014/main" id="{E6932F61-1E26-9E4B-ABE8-97408BFDBEBA}"/>
              </a:ext>
            </a:extLst>
          </p:cNvPr>
          <p:cNvSpPr>
            <a:spLocks noGrp="1"/>
          </p:cNvSpPr>
          <p:nvPr>
            <p:ph type="dgm" sz="quarter" idx="24"/>
          </p:nvPr>
        </p:nvSpPr>
        <p:spPr/>
      </p:sp>
      <p:sp>
        <p:nvSpPr>
          <p:cNvPr id="36" name="Textfeld 35">
            <a:extLst>
              <a:ext uri="{FF2B5EF4-FFF2-40B4-BE49-F238E27FC236}">
                <a16:creationId xmlns:a16="http://schemas.microsoft.com/office/drawing/2014/main" id="{0C443D37-F508-5A49-8D0A-0A50F949266E}"/>
              </a:ext>
            </a:extLst>
          </p:cNvPr>
          <p:cNvSpPr txBox="1"/>
          <p:nvPr/>
        </p:nvSpPr>
        <p:spPr bwMode="gray">
          <a:xfrm>
            <a:off x="3982120" y="7986881"/>
            <a:ext cx="914400" cy="91440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38" name="Textfeld 37">
            <a:extLst>
              <a:ext uri="{FF2B5EF4-FFF2-40B4-BE49-F238E27FC236}">
                <a16:creationId xmlns:a16="http://schemas.microsoft.com/office/drawing/2014/main" id="{9B86CBC4-6875-E24B-BE54-C884E77630AC}"/>
              </a:ext>
            </a:extLst>
          </p:cNvPr>
          <p:cNvSpPr txBox="1"/>
          <p:nvPr/>
        </p:nvSpPr>
        <p:spPr bwMode="gray">
          <a:xfrm>
            <a:off x="3498504" y="7043049"/>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
        <p:nvSpPr>
          <p:cNvPr id="63" name="Textfeld 62">
            <a:extLst>
              <a:ext uri="{FF2B5EF4-FFF2-40B4-BE49-F238E27FC236}">
                <a16:creationId xmlns:a16="http://schemas.microsoft.com/office/drawing/2014/main" id="{D320D8D7-C7C9-CF46-BEC1-7981517B33FE}"/>
              </a:ext>
            </a:extLst>
          </p:cNvPr>
          <p:cNvSpPr txBox="1"/>
          <p:nvPr/>
        </p:nvSpPr>
        <p:spPr bwMode="gray">
          <a:xfrm>
            <a:off x="2250472" y="7834064"/>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2000" dirty="0"/>
          </a:p>
        </p:txBody>
      </p:sp>
      <p:sp>
        <p:nvSpPr>
          <p:cNvPr id="4" name="Textfeld 3">
            <a:extLst>
              <a:ext uri="{FF2B5EF4-FFF2-40B4-BE49-F238E27FC236}">
                <a16:creationId xmlns:a16="http://schemas.microsoft.com/office/drawing/2014/main" id="{E2D4F944-B9A8-3042-81C2-98CA3E898BB5}"/>
              </a:ext>
            </a:extLst>
          </p:cNvPr>
          <p:cNvSpPr txBox="1"/>
          <p:nvPr/>
        </p:nvSpPr>
        <p:spPr bwMode="gray">
          <a:xfrm>
            <a:off x="7198242" y="8899451"/>
            <a:ext cx="0" cy="0"/>
          </a:xfrm>
          <a:prstGeom prst="rect">
            <a:avLst/>
          </a:prstGeom>
          <a:noFill/>
        </p:spPr>
        <p:txBody>
          <a:bodyPr wrap="none" lIns="0" tIns="0" rIns="0" bIns="0" rtlCol="0">
            <a:noAutofit/>
          </a:bodyPr>
          <a:lstStyle/>
          <a:p>
            <a:pPr marL="0" indent="0" algn="l">
              <a:spcBef>
                <a:spcPts val="500"/>
              </a:spcBef>
              <a:spcAft>
                <a:spcPts val="500"/>
              </a:spcAft>
              <a:buClr>
                <a:schemeClr val="bg2"/>
              </a:buClr>
              <a:buFont typeface="Wingdings" panose="05000000000000000000" pitchFamily="2" charset="2"/>
              <a:buNone/>
            </a:pPr>
            <a:endParaRPr lang="de-DE" sz="1600" dirty="0"/>
          </a:p>
        </p:txBody>
      </p:sp>
    </p:spTree>
    <p:extLst>
      <p:ext uri="{BB962C8B-B14F-4D97-AF65-F5344CB8AC3E}">
        <p14:creationId xmlns:p14="http://schemas.microsoft.com/office/powerpoint/2010/main" val="316447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ATEV">
  <a:themeElements>
    <a:clrScheme name="Datev">
      <a:dk1>
        <a:sysClr val="windowText" lastClr="000000"/>
      </a:dk1>
      <a:lt1>
        <a:sysClr val="window" lastClr="FFFFFF"/>
      </a:lt1>
      <a:dk2>
        <a:srgbClr val="90D033"/>
      </a:dk2>
      <a:lt2>
        <a:srgbClr val="039A9A"/>
      </a:lt2>
      <a:accent1>
        <a:srgbClr val="FFC800"/>
      </a:accent1>
      <a:accent2>
        <a:srgbClr val="E74138"/>
      </a:accent2>
      <a:accent3>
        <a:srgbClr val="A73A65"/>
      </a:accent3>
      <a:accent4>
        <a:srgbClr val="0E95D9"/>
      </a:accent4>
      <a:accent5>
        <a:srgbClr val="529B56"/>
      </a:accent5>
      <a:accent6>
        <a:srgbClr val="DFD9CE"/>
      </a:accent6>
      <a:hlink>
        <a:srgbClr val="000000"/>
      </a:hlink>
      <a:folHlink>
        <a:srgbClr val="000000"/>
      </a:folHlink>
    </a:clrScheme>
    <a:fontScheme name="DATEV">
      <a:majorFont>
        <a:latin typeface="Compatil DATEV"/>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a:solidFill>
            <a:schemeClr val="bg2"/>
          </a:solidFill>
        </a:ln>
      </a:spPr>
      <a:bodyPr lIns="216000" tIns="216000" rIns="216000" bIns="216000" rtlCol="0" anchor="t" anchorCtr="0"/>
      <a:lstStyle>
        <a:defPPr marL="0" indent="0" algn="l">
          <a:spcBef>
            <a:spcPts val="500"/>
          </a:spcBef>
          <a:spcAft>
            <a:spcPts val="500"/>
          </a:spcAft>
          <a:buFont typeface="Wingdings" panose="05000000000000000000" pitchFamily="2" charset="2"/>
          <a:buNone/>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0" indent="0" algn="l">
          <a:spcBef>
            <a:spcPts val="500"/>
          </a:spcBef>
          <a:spcAft>
            <a:spcPts val="500"/>
          </a:spcAft>
          <a:buClr>
            <a:schemeClr val="bg2"/>
          </a:buClr>
          <a:buFont typeface="Wingdings" panose="05000000000000000000" pitchFamily="2" charset="2"/>
          <a:buNone/>
          <a:defRPr sz="1600" dirty="0" smtClean="0"/>
        </a:defPPr>
      </a:lstStyle>
    </a:txDef>
  </a:objectDefaults>
  <a:extraClrSchemeLst/>
  <a:extLst>
    <a:ext uri="{05A4C25C-085E-4340-85A3-A5531E510DB2}">
      <thm15:themeFamily xmlns:thm15="http://schemas.microsoft.com/office/thememl/2012/main" name="Präsentation5" id="{B63BABC2-29F3-4A48-9D66-B987E8462D72}" vid="{1EAC877D-55AC-47CB-A370-40FD171C9307}"/>
    </a:ext>
  </a:extLst>
</a:theme>
</file>

<file path=ppt/theme/theme2.xml><?xml version="1.0" encoding="utf-8"?>
<a:theme xmlns:a="http://schemas.openxmlformats.org/drawingml/2006/main" name="Office">
  <a:themeElements>
    <a:clrScheme name="Datev">
      <a:dk1>
        <a:sysClr val="windowText" lastClr="000000"/>
      </a:dk1>
      <a:lt1>
        <a:sysClr val="window" lastClr="FFFFFF"/>
      </a:lt1>
      <a:dk2>
        <a:srgbClr val="90D033"/>
      </a:dk2>
      <a:lt2>
        <a:srgbClr val="039A9A"/>
      </a:lt2>
      <a:accent1>
        <a:srgbClr val="FFC800"/>
      </a:accent1>
      <a:accent2>
        <a:srgbClr val="E74138"/>
      </a:accent2>
      <a:accent3>
        <a:srgbClr val="A73A65"/>
      </a:accent3>
      <a:accent4>
        <a:srgbClr val="0E95D9"/>
      </a:accent4>
      <a:accent5>
        <a:srgbClr val="529B56"/>
      </a:accent5>
      <a:accent6>
        <a:srgbClr val="DFD9CE"/>
      </a:accent6>
      <a:hlink>
        <a:srgbClr val="000000"/>
      </a:hlink>
      <a:folHlink>
        <a:srgbClr val="000000"/>
      </a:folHlink>
    </a:clrScheme>
    <a:fontScheme name="DATEV">
      <a:majorFont>
        <a:latin typeface="Compatil DATEV"/>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a:solidFill>
            <a:schemeClr val="bg2"/>
          </a:solidFill>
        </a:ln>
      </a:spPr>
      <a:bodyPr lIns="144000" tIns="144000" rIns="144000" bIns="144000" rtlCol="0" anchor="t" anchorCtr="0"/>
      <a:lstStyle>
        <a:defPPr marL="0" indent="0" algn="l">
          <a:spcBef>
            <a:spcPts val="500"/>
          </a:spcBef>
          <a:spcAft>
            <a:spcPts val="500"/>
          </a:spcAft>
          <a:buFont typeface="Wingdings" panose="05000000000000000000" pitchFamily="2" charset="2"/>
          <a:buNone/>
          <a:defRPr sz="1400" dirty="0" smtClean="0"/>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0" indent="0" algn="l">
          <a:spcBef>
            <a:spcPts val="500"/>
          </a:spcBef>
          <a:spcAft>
            <a:spcPts val="500"/>
          </a:spcAft>
          <a:buClr>
            <a:schemeClr val="bg2"/>
          </a:buClr>
          <a:buFont typeface="Wingdings" panose="05000000000000000000" pitchFamily="2" charset="2"/>
          <a:buNone/>
          <a:defRPr sz="14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Datev">
      <a:dk1>
        <a:sysClr val="windowText" lastClr="000000"/>
      </a:dk1>
      <a:lt1>
        <a:sysClr val="window" lastClr="FFFFFF"/>
      </a:lt1>
      <a:dk2>
        <a:srgbClr val="90D033"/>
      </a:dk2>
      <a:lt2>
        <a:srgbClr val="039A9A"/>
      </a:lt2>
      <a:accent1>
        <a:srgbClr val="FFC800"/>
      </a:accent1>
      <a:accent2>
        <a:srgbClr val="E74138"/>
      </a:accent2>
      <a:accent3>
        <a:srgbClr val="A73A65"/>
      </a:accent3>
      <a:accent4>
        <a:srgbClr val="0E95D9"/>
      </a:accent4>
      <a:accent5>
        <a:srgbClr val="529B56"/>
      </a:accent5>
      <a:accent6>
        <a:srgbClr val="DFD9CE"/>
      </a:accent6>
      <a:hlink>
        <a:srgbClr val="000000"/>
      </a:hlink>
      <a:folHlink>
        <a:srgbClr val="000000"/>
      </a:folHlink>
    </a:clrScheme>
    <a:fontScheme name="DATEV">
      <a:majorFont>
        <a:latin typeface="Compatil DATEV"/>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bg2"/>
          </a:solidFill>
        </a:ln>
      </a:spPr>
      <a:bodyPr lIns="216000" tIns="216000" rIns="216000" bIns="216000" rtlCol="0" anchor="t" anchorCtr="0"/>
      <a:lstStyle>
        <a:defPPr algn="l">
          <a:spcBef>
            <a:spcPts val="500"/>
          </a:spcBef>
          <a:spcAft>
            <a:spcPts val="500"/>
          </a:spcAft>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Bef>
            <a:spcPts val="500"/>
          </a:spcBef>
          <a:spcAft>
            <a:spcPts val="500"/>
          </a:spcAft>
          <a:buClr>
            <a:schemeClr val="bg2"/>
          </a:buClr>
          <a:defRPr sz="16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92E5FD0FACC1A441A3B98524628D82BB" ma:contentTypeVersion="14" ma:contentTypeDescription="Ein neues Dokument erstellen." ma:contentTypeScope="" ma:versionID="0b2d405fc1ee4a12c2308f74421bf03f">
  <xsd:schema xmlns:xsd="http://www.w3.org/2001/XMLSchema" xmlns:xs="http://www.w3.org/2001/XMLSchema" xmlns:p="http://schemas.microsoft.com/office/2006/metadata/properties" xmlns:ns3="81b2a3e8-42da-4da6-905d-11a8afbb605c" xmlns:ns4="a316b092-a2a1-4f3b-b455-46c1e19af03e" targetNamespace="http://schemas.microsoft.com/office/2006/metadata/properties" ma:root="true" ma:fieldsID="b276cf683d15fe2eba64d8d014ba7b80" ns3:_="" ns4:_="">
    <xsd:import namespace="81b2a3e8-42da-4da6-905d-11a8afbb605c"/>
    <xsd:import namespace="a316b092-a2a1-4f3b-b455-46c1e19af03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2a3e8-42da-4da6-905d-11a8afbb605c" elementFormDefault="qualified">
    <xsd:import namespace="http://schemas.microsoft.com/office/2006/documentManagement/types"/>
    <xsd:import namespace="http://schemas.microsoft.com/office/infopath/2007/PartnerControls"/>
    <xsd:element name="SharedWithUsers" ma:index="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Freigegeben für - Details" ma:internalName="SharedWithDetails" ma:readOnly="true">
      <xsd:simpleType>
        <xsd:restriction base="dms:Note">
          <xsd:maxLength value="255"/>
        </xsd:restriction>
      </xsd:simpleType>
    </xsd:element>
    <xsd:element name="SharingHintHash" ma:index="10" nillable="true" ma:displayName="Freigabehinweis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16b092-a2a1-4f3b-b455-46c1e19af03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6E6B4C5-EDB3-418E-B310-B8E584301F1E}">
  <ds:schemaRefs>
    <ds:schemaRef ds:uri="http://schemas.microsoft.com/sharepoint/v3/contenttype/forms"/>
  </ds:schemaRefs>
</ds:datastoreItem>
</file>

<file path=customXml/itemProps2.xml><?xml version="1.0" encoding="utf-8"?>
<ds:datastoreItem xmlns:ds="http://schemas.openxmlformats.org/officeDocument/2006/customXml" ds:itemID="{C3B3C868-46DF-4B07-9BC0-786ECDEB36DA}">
  <ds:schemaRefs>
    <ds:schemaRef ds:uri="http://schemas.microsoft.com/office/2006/documentManagement/types"/>
    <ds:schemaRef ds:uri="http://www.w3.org/XML/1998/namespace"/>
    <ds:schemaRef ds:uri="http://schemas.microsoft.com/office/infopath/2007/PartnerControls"/>
    <ds:schemaRef ds:uri="http://purl.org/dc/terms/"/>
    <ds:schemaRef ds:uri="http://schemas.openxmlformats.org/package/2006/metadata/core-properties"/>
    <ds:schemaRef ds:uri="a316b092-a2a1-4f3b-b455-46c1e19af03e"/>
    <ds:schemaRef ds:uri="81b2a3e8-42da-4da6-905d-11a8afbb605c"/>
    <ds:schemaRef ds:uri="http://schemas.microsoft.com/office/2006/metadata/properties"/>
    <ds:schemaRef ds:uri="http://purl.org/dc/dcmitype/"/>
    <ds:schemaRef ds:uri="http://purl.org/dc/elements/1.1/"/>
  </ds:schemaRefs>
</ds:datastoreItem>
</file>

<file path=customXml/itemProps3.xml><?xml version="1.0" encoding="utf-8"?>
<ds:datastoreItem xmlns:ds="http://schemas.openxmlformats.org/officeDocument/2006/customXml" ds:itemID="{F1DFD0CC-7005-447C-AF80-F149167312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b2a3e8-42da-4da6-905d-11a8afbb605c"/>
    <ds:schemaRef ds:uri="a316b092-a2a1-4f3b-b455-46c1e19af0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5468c62-1a6b-4fe4-8dac-294b6f02ba6b}" enabled="1" method="Standard" siteId="{6740ab35-e70b-48b0-a200-81d690e233e1}" contentBits="2" removed="0"/>
</clbl:labelList>
</file>

<file path=docProps/app.xml><?xml version="1.0" encoding="utf-8"?>
<Properties xmlns="http://schemas.openxmlformats.org/officeDocument/2006/extended-properties" xmlns:vt="http://schemas.openxmlformats.org/officeDocument/2006/docPropsVTypes">
  <Template>DATEV-Folienmaster</Template>
  <TotalTime>0</TotalTime>
  <Words>2323</Words>
  <Application>Microsoft Macintosh PowerPoint</Application>
  <PresentationFormat>Benutzerdefiniert</PresentationFormat>
  <Paragraphs>292</Paragraphs>
  <Slides>29</Slides>
  <Notes>23</Notes>
  <HiddenSlides>0</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29</vt:i4>
      </vt:variant>
    </vt:vector>
  </HeadingPairs>
  <TitlesOfParts>
    <vt:vector size="39" baseType="lpstr">
      <vt:lpstr>Arial</vt:lpstr>
      <vt:lpstr>Calibri</vt:lpstr>
      <vt:lpstr>Compatil DATEV</vt:lpstr>
      <vt:lpstr>Helvetica</vt:lpstr>
      <vt:lpstr>Segoe UI</vt:lpstr>
      <vt:lpstr>Segoe UI Light</vt:lpstr>
      <vt:lpstr>Symbol</vt:lpstr>
      <vt:lpstr>Times New Roman</vt:lpstr>
      <vt:lpstr>Wingdings</vt:lpstr>
      <vt:lpstr>DATEV</vt:lpstr>
      <vt:lpstr>Otto-Friedrich-Universität Bamberg Lehrstuhl für Kognitive Systeme  Vorlesung Maschinelles Lernen:  From Explainable AI to Causal Interpretations </vt:lpstr>
      <vt:lpstr>Short introduction</vt:lpstr>
      <vt:lpstr>AI Office: Exploiting opportunities through AI </vt:lpstr>
      <vt:lpstr>Quiz</vt:lpstr>
      <vt:lpstr>Maschinelles Lernen:  Grundlegendes Verständnis und  Anwendungsszenarien</vt:lpstr>
      <vt:lpstr>Formal: Maschinelles Lernen</vt:lpstr>
      <vt:lpstr>KI bei DATEV: Beispiele mit entscheidungsrelevanten Daten – Business Intelligence</vt:lpstr>
      <vt:lpstr>Beispiele für KI in DATEV-Produkten</vt:lpstr>
      <vt:lpstr>Zusammenfassung des status quo</vt:lpstr>
      <vt:lpstr>Status quo am Beispiel product renewal</vt:lpstr>
      <vt:lpstr>Pearl’s ladder of causation </vt:lpstr>
      <vt:lpstr>Explainable Artificial Intelligence: Grundlagen</vt:lpstr>
      <vt:lpstr>Explainable Artificial Intelligence: Dimensionen</vt:lpstr>
      <vt:lpstr>Explainable Artificial Intelligence: Prozess</vt:lpstr>
      <vt:lpstr>Explainable Artificial Intelligence am Beispiel von Local Interpretable Model-agnostic Explanations (LIME)</vt:lpstr>
      <vt:lpstr>Explainable Artificial Intelligence</vt:lpstr>
      <vt:lpstr>Grundlagen: Kausalität und Double/Debiased Machine Learning (DML)</vt:lpstr>
      <vt:lpstr>Status quo: Limitationen von ML-Ansätzen</vt:lpstr>
      <vt:lpstr>Confounder - Kernidee</vt:lpstr>
      <vt:lpstr>Intuition und Beispiel: Korrelation vs. Kausalität</vt:lpstr>
      <vt:lpstr>Double/Debiased Machine Learning - Grundlagen</vt:lpstr>
      <vt:lpstr>Transition von Explainable AI zu kausalen Interpretationen</vt:lpstr>
      <vt:lpstr>Explainable Artificial Intelligence + Double Machine Learning</vt:lpstr>
      <vt:lpstr>Use Case: Serviceaufkommen@DATEV</vt:lpstr>
      <vt:lpstr>Use Case  Serviceaufkommen@DATEV: Prozess zur Identifikation von Kausaleffekten mittels Machine Learning</vt:lpstr>
      <vt:lpstr>Fazit</vt:lpstr>
      <vt:lpstr>From XAI to Causal Interpretations...</vt:lpstr>
      <vt:lpstr>PowerPoint-Präsentation</vt:lpstr>
      <vt:lpstr>Recommendations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Kiefer, Sebastian</dc:creator>
  <cp:lastModifiedBy>Sebastian Bruckert</cp:lastModifiedBy>
  <cp:revision>451</cp:revision>
  <cp:lastPrinted>2023-07-05T14:34:44Z</cp:lastPrinted>
  <dcterms:created xsi:type="dcterms:W3CDTF">2023-05-26T05:45:52Z</dcterms:created>
  <dcterms:modified xsi:type="dcterms:W3CDTF">2025-12-03T07:31:19Z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0x01010092E5FD0FACC1A441A3B98524628D82BB</vt:lpwstr>
  </property>
  <property fmtid="{D5CDD505-2E9C-101B-9397-08002B2CF9AE}" pid="3" name="ClassificationContentMarkingFooterLocations">
    <vt:lpwstr>DATEV:18</vt:lpwstr>
  </property>
  <property fmtid="{D5CDD505-2E9C-101B-9397-08002B2CF9AE}" pid="4" name="ClassificationContentMarkingFooterText">
    <vt:lpwstr>– Intern –</vt:lpwstr>
  </property>
</Properties>
</file>